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2" r:id="rId6"/>
    <p:sldMasterId id="2147483656" r:id="rId7"/>
    <p:sldMasterId id="2147483664" r:id="rId8"/>
    <p:sldMasterId id="2147483668" r:id="rId9"/>
    <p:sldMasterId id="2147483677" r:id="rId10"/>
  </p:sldMasterIdLst>
  <p:notesMasterIdLst>
    <p:notesMasterId r:id="rId11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</p:sldIdLst>
  <p:sldSz cy="6858000" cx="12192000"/>
  <p:notesSz cx="6858000" cy="9144000"/>
  <p:embeddedFontLst>
    <p:embeddedFont>
      <p:font typeface="Mulish ExtraLight"/>
      <p:regular r:id="rId32"/>
      <p:bold r:id="rId33"/>
      <p:italic r:id="rId34"/>
      <p:boldItalic r:id="rId35"/>
    </p:embeddedFont>
    <p:embeddedFont>
      <p:font typeface="Mulish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59">
          <p15:clr>
            <a:srgbClr val="A4A3A4"/>
          </p15:clr>
        </p15:guide>
        <p15:guide id="2" pos="597">
          <p15:clr>
            <a:srgbClr val="A4A3A4"/>
          </p15:clr>
        </p15:guide>
        <p15:guide id="3" pos="6947">
          <p15:clr>
            <a:srgbClr val="A4A3A4"/>
          </p15:clr>
        </p15:guide>
        <p15:guide id="4" orient="horz" pos="3589">
          <p15:clr>
            <a:srgbClr val="A4A3A4"/>
          </p15:clr>
        </p15:guide>
      </p15:sldGuideLst>
    </p:ext>
    <p:ext uri="GoogleSlidesCustomDataVersion2">
      <go:slidesCustomData xmlns:go="http://customooxmlschemas.google.com/" r:id="rId40" roundtripDataSignature="AMtx7mhk9iLjUG+OfGug4bAG5ixXLfvw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07A414F-C38D-4AAC-AC81-0B82093A64B6}">
  <a:tblStyle styleId="{C07A414F-C38D-4AAC-AC81-0B82093A64B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59" orient="horz"/>
        <p:guide pos="597"/>
        <p:guide pos="6947"/>
        <p:guide pos="3589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9.xml"/><Relationship Id="rId22" Type="http://schemas.openxmlformats.org/officeDocument/2006/relationships/slide" Target="slides/slide11.xml"/><Relationship Id="rId21" Type="http://schemas.openxmlformats.org/officeDocument/2006/relationships/slide" Target="slides/slide10.xml"/><Relationship Id="rId24" Type="http://schemas.openxmlformats.org/officeDocument/2006/relationships/slide" Target="slides/slide13.xml"/><Relationship Id="rId23" Type="http://schemas.openxmlformats.org/officeDocument/2006/relationships/slide" Target="slides/slide12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5.xml"/><Relationship Id="rId26" Type="http://schemas.openxmlformats.org/officeDocument/2006/relationships/slide" Target="slides/slide15.xml"/><Relationship Id="rId25" Type="http://schemas.openxmlformats.org/officeDocument/2006/relationships/slide" Target="slides/slide14.xml"/><Relationship Id="rId28" Type="http://schemas.openxmlformats.org/officeDocument/2006/relationships/slide" Target="slides/slide17.xml"/><Relationship Id="rId27" Type="http://schemas.openxmlformats.org/officeDocument/2006/relationships/slide" Target="slides/slide16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18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31" Type="http://schemas.openxmlformats.org/officeDocument/2006/relationships/slide" Target="slides/slide20.xml"/><Relationship Id="rId30" Type="http://schemas.openxmlformats.org/officeDocument/2006/relationships/slide" Target="slides/slide19.xml"/><Relationship Id="rId11" Type="http://schemas.openxmlformats.org/officeDocument/2006/relationships/notesMaster" Target="notesMasters/notesMaster1.xml"/><Relationship Id="rId33" Type="http://schemas.openxmlformats.org/officeDocument/2006/relationships/font" Target="fonts/MulishExtraLight-bold.fntdata"/><Relationship Id="rId10" Type="http://schemas.openxmlformats.org/officeDocument/2006/relationships/slideMaster" Target="slideMasters/slideMaster6.xml"/><Relationship Id="rId32" Type="http://schemas.openxmlformats.org/officeDocument/2006/relationships/font" Target="fonts/MulishExtraLight-regular.fntdata"/><Relationship Id="rId13" Type="http://schemas.openxmlformats.org/officeDocument/2006/relationships/slide" Target="slides/slide2.xml"/><Relationship Id="rId35" Type="http://schemas.openxmlformats.org/officeDocument/2006/relationships/font" Target="fonts/MulishExtraLight-boldItalic.fntdata"/><Relationship Id="rId12" Type="http://schemas.openxmlformats.org/officeDocument/2006/relationships/slide" Target="slides/slide1.xml"/><Relationship Id="rId34" Type="http://schemas.openxmlformats.org/officeDocument/2006/relationships/font" Target="fonts/MulishExtraLight-italic.fntdata"/><Relationship Id="rId15" Type="http://schemas.openxmlformats.org/officeDocument/2006/relationships/slide" Target="slides/slide4.xml"/><Relationship Id="rId37" Type="http://schemas.openxmlformats.org/officeDocument/2006/relationships/font" Target="fonts/Mulish-bold.fntdata"/><Relationship Id="rId14" Type="http://schemas.openxmlformats.org/officeDocument/2006/relationships/slide" Target="slides/slide3.xml"/><Relationship Id="rId36" Type="http://schemas.openxmlformats.org/officeDocument/2006/relationships/font" Target="fonts/Mulish-regular.fntdata"/><Relationship Id="rId17" Type="http://schemas.openxmlformats.org/officeDocument/2006/relationships/slide" Target="slides/slide6.xml"/><Relationship Id="rId39" Type="http://schemas.openxmlformats.org/officeDocument/2006/relationships/font" Target="fonts/Mulish-boldItalic.fntdata"/><Relationship Id="rId16" Type="http://schemas.openxmlformats.org/officeDocument/2006/relationships/slide" Target="slides/slide5.xml"/><Relationship Id="rId38" Type="http://schemas.openxmlformats.org/officeDocument/2006/relationships/font" Target="fonts/Mulish-italic.fntdata"/><Relationship Id="rId19" Type="http://schemas.openxmlformats.org/officeDocument/2006/relationships/slide" Target="slides/slide8.xml"/><Relationship Id="rId18" Type="http://schemas.openxmlformats.org/officeDocument/2006/relationships/slide" Target="slides/slide7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7910179600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27910179600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g27910179600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f510a4e5f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g2f510a4e5f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c06416c85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c06416c85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c06416c85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beba46d87d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g3beba46d87d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beba46d87d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g3beba46d87d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c06416c85c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g3c06416c85c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c8edcb071c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c8edcb071c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c06416c85c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7" name="Google Shape;297;g3c06416c85c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08cba9ff31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208cba9ff31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g208cba9ff31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bef0518fd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g3bef0518fd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0" name="Google Shape;320;g3bef0518fd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8" name="Google Shape;328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beba46d87d_0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g3beba46d87d_0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8" name="Google Shape;338;g3beba46d87d_0_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首頁_中英標題">
  <p:cSld name="首頁_中英標題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2"/>
          <p:cNvSpPr txBox="1"/>
          <p:nvPr>
            <p:ph type="ctrTitle"/>
          </p:nvPr>
        </p:nvSpPr>
        <p:spPr>
          <a:xfrm>
            <a:off x="967109" y="2274495"/>
            <a:ext cx="10191320" cy="574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" type="body"/>
          </p:nvPr>
        </p:nvSpPr>
        <p:spPr>
          <a:xfrm>
            <a:off x="967109" y="3007096"/>
            <a:ext cx="10191320" cy="11538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2" type="body"/>
          </p:nvPr>
        </p:nvSpPr>
        <p:spPr>
          <a:xfrm>
            <a:off x="967108" y="4572000"/>
            <a:ext cx="665009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3" type="body"/>
          </p:nvPr>
        </p:nvSpPr>
        <p:spPr>
          <a:xfrm>
            <a:off x="967108" y="5025006"/>
            <a:ext cx="665009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首頁_中文標題">
  <p:cSld name="首頁_中文標題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967109" y="2141506"/>
            <a:ext cx="6356480" cy="1886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17"/>
          <p:cNvSpPr txBox="1"/>
          <p:nvPr>
            <p:ph idx="1" type="body"/>
          </p:nvPr>
        </p:nvSpPr>
        <p:spPr>
          <a:xfrm>
            <a:off x="967108" y="4572000"/>
            <a:ext cx="665009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2" type="body"/>
          </p:nvPr>
        </p:nvSpPr>
        <p:spPr>
          <a:xfrm>
            <a:off x="967108" y="5025006"/>
            <a:ext cx="665009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首頁_英文標題">
  <p:cSld name="首頁_英文標題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/>
          <p:nvPr>
            <p:ph idx="1" type="body"/>
          </p:nvPr>
        </p:nvSpPr>
        <p:spPr>
          <a:xfrm>
            <a:off x="967109" y="2162200"/>
            <a:ext cx="6356480" cy="1858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18"/>
          <p:cNvSpPr txBox="1"/>
          <p:nvPr>
            <p:ph idx="2" type="body"/>
          </p:nvPr>
        </p:nvSpPr>
        <p:spPr>
          <a:xfrm>
            <a:off x="967108" y="4572000"/>
            <a:ext cx="665009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18"/>
          <p:cNvSpPr txBox="1"/>
          <p:nvPr>
            <p:ph idx="3" type="body"/>
          </p:nvPr>
        </p:nvSpPr>
        <p:spPr>
          <a:xfrm>
            <a:off x="967108" y="5025006"/>
            <a:ext cx="665009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1_中英標題">
  <p:cSld name="章節1_中英標題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4"/>
          <p:cNvSpPr txBox="1"/>
          <p:nvPr>
            <p:ph type="ctrTitle"/>
          </p:nvPr>
        </p:nvSpPr>
        <p:spPr>
          <a:xfrm>
            <a:off x="967109" y="2419102"/>
            <a:ext cx="10191320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4"/>
          <p:cNvSpPr txBox="1"/>
          <p:nvPr>
            <p:ph idx="1" type="body"/>
          </p:nvPr>
        </p:nvSpPr>
        <p:spPr>
          <a:xfrm>
            <a:off x="967109" y="3124542"/>
            <a:ext cx="10191320" cy="189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14"/>
          <p:cNvSpPr txBox="1"/>
          <p:nvPr>
            <p:ph idx="2" type="body"/>
          </p:nvPr>
        </p:nvSpPr>
        <p:spPr>
          <a:xfrm>
            <a:off x="1842554" y="6207371"/>
            <a:ext cx="9762763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1_中文標題">
  <p:cSld name="章節1_中文標題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/>
          <p:nvPr>
            <p:ph idx="1" type="body"/>
          </p:nvPr>
        </p:nvSpPr>
        <p:spPr>
          <a:xfrm>
            <a:off x="1842554" y="6207371"/>
            <a:ext cx="9762763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19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4" name="Google Shape;34;p19"/>
          <p:cNvSpPr txBox="1"/>
          <p:nvPr>
            <p:ph type="ctrTitle"/>
          </p:nvPr>
        </p:nvSpPr>
        <p:spPr>
          <a:xfrm>
            <a:off x="966788" y="2241418"/>
            <a:ext cx="6356480" cy="29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1_英文標題">
  <p:cSld name="章節1_英文標題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 txBox="1"/>
          <p:nvPr>
            <p:ph idx="1" type="body"/>
          </p:nvPr>
        </p:nvSpPr>
        <p:spPr>
          <a:xfrm>
            <a:off x="1842554" y="6207371"/>
            <a:ext cx="9762763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20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8" name="Google Shape;38;p20"/>
          <p:cNvSpPr txBox="1"/>
          <p:nvPr>
            <p:ph idx="2" type="body"/>
          </p:nvPr>
        </p:nvSpPr>
        <p:spPr>
          <a:xfrm>
            <a:off x="967109" y="2246089"/>
            <a:ext cx="6356480" cy="2535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中文標題＋文字">
  <p:cSld name="內容頁_中文標題＋文字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ctrTitle"/>
          </p:nvPr>
        </p:nvSpPr>
        <p:spPr>
          <a:xfrm>
            <a:off x="953359" y="824935"/>
            <a:ext cx="8747531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954088" y="1618596"/>
            <a:ext cx="10102795" cy="4089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21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">
  <p:cSld name="內容頁_滿版圖片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/>
          <p:nvPr>
            <p:ph idx="2" type="pic"/>
          </p:nvPr>
        </p:nvSpPr>
        <p:spPr>
          <a:xfrm>
            <a:off x="0" y="0"/>
            <a:ext cx="12003519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23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英文標題＋文字">
  <p:cSld name="內容頁_英文標題＋文字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2"/>
          <p:cNvSpPr txBox="1"/>
          <p:nvPr>
            <p:ph type="ctrTitle"/>
          </p:nvPr>
        </p:nvSpPr>
        <p:spPr>
          <a:xfrm>
            <a:off x="953359" y="728685"/>
            <a:ext cx="8830033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Mulish"/>
              <a:buNone/>
              <a:defRPr b="1" i="0" sz="34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22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22"/>
          <p:cNvSpPr txBox="1"/>
          <p:nvPr>
            <p:ph idx="2" type="body"/>
          </p:nvPr>
        </p:nvSpPr>
        <p:spPr>
          <a:xfrm>
            <a:off x="954088" y="1578855"/>
            <a:ext cx="10102795" cy="4132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22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＋中文標題">
  <p:cSld name="內容頁_滿版圖片＋中文標題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/>
          <p:nvPr>
            <p:ph idx="2" type="pic"/>
          </p:nvPr>
        </p:nvSpPr>
        <p:spPr>
          <a:xfrm>
            <a:off x="0" y="1189317"/>
            <a:ext cx="12002400" cy="5668682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24"/>
          <p:cNvSpPr/>
          <p:nvPr/>
        </p:nvSpPr>
        <p:spPr>
          <a:xfrm>
            <a:off x="1" y="0"/>
            <a:ext cx="11997202" cy="1189317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4"/>
          <p:cNvSpPr txBox="1"/>
          <p:nvPr>
            <p:ph type="ctrTitle"/>
          </p:nvPr>
        </p:nvSpPr>
        <p:spPr>
          <a:xfrm>
            <a:off x="953359" y="359005"/>
            <a:ext cx="10455376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icrosoft JhengHei"/>
              <a:buNone/>
              <a:defRPr b="1" i="0" sz="36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24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內容頁_滿版圖片＋英文標題">
  <p:cSld name="1_內容頁_滿版圖片＋英文標題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/>
          <p:nvPr>
            <p:ph idx="2" type="pic"/>
          </p:nvPr>
        </p:nvSpPr>
        <p:spPr>
          <a:xfrm>
            <a:off x="0" y="1189317"/>
            <a:ext cx="12002400" cy="5668682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25"/>
          <p:cNvSpPr/>
          <p:nvPr/>
        </p:nvSpPr>
        <p:spPr>
          <a:xfrm>
            <a:off x="1" y="0"/>
            <a:ext cx="11997202" cy="1189317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5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2" name="Google Shape;62;p25"/>
          <p:cNvSpPr txBox="1"/>
          <p:nvPr>
            <p:ph type="ctrTitle"/>
          </p:nvPr>
        </p:nvSpPr>
        <p:spPr>
          <a:xfrm>
            <a:off x="953359" y="360637"/>
            <a:ext cx="8830033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ulish"/>
              <a:buNone/>
              <a:defRPr b="1" i="0" sz="34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僅英文標題">
  <p:cSld name="內容頁_僅英文標題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6"/>
          <p:cNvSpPr txBox="1"/>
          <p:nvPr>
            <p:ph type="ctrTitle"/>
          </p:nvPr>
        </p:nvSpPr>
        <p:spPr>
          <a:xfrm>
            <a:off x="953359" y="728685"/>
            <a:ext cx="8830033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Mulish"/>
              <a:buNone/>
              <a:defRPr b="1" i="0" sz="34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26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26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空白頁">
  <p:cSld name="內容頁_空白頁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27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英標題">
  <p:cSld name="章節N_中英標題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1"/>
          <p:cNvSpPr txBox="1"/>
          <p:nvPr>
            <p:ph type="ctrTitle"/>
          </p:nvPr>
        </p:nvSpPr>
        <p:spPr>
          <a:xfrm>
            <a:off x="967109" y="2419102"/>
            <a:ext cx="10191320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31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31"/>
          <p:cNvSpPr txBox="1"/>
          <p:nvPr>
            <p:ph idx="2" type="body"/>
          </p:nvPr>
        </p:nvSpPr>
        <p:spPr>
          <a:xfrm>
            <a:off x="966788" y="808035"/>
            <a:ext cx="3748087" cy="103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Arial"/>
              <a:buNone/>
              <a:defRPr b="0" i="0" sz="58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31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76" name="Google Shape;76;p31"/>
          <p:cNvSpPr txBox="1"/>
          <p:nvPr>
            <p:ph idx="3" type="body"/>
          </p:nvPr>
        </p:nvSpPr>
        <p:spPr>
          <a:xfrm>
            <a:off x="967109" y="3124542"/>
            <a:ext cx="10191320" cy="189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文標題">
  <p:cSld name="章節N_中文標題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7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79" name="Google Shape;79;p67"/>
          <p:cNvSpPr txBox="1"/>
          <p:nvPr>
            <p:ph type="ctrTitle"/>
          </p:nvPr>
        </p:nvSpPr>
        <p:spPr>
          <a:xfrm>
            <a:off x="966788" y="2241418"/>
            <a:ext cx="6356480" cy="29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67"/>
          <p:cNvSpPr txBox="1"/>
          <p:nvPr>
            <p:ph idx="1" type="body"/>
          </p:nvPr>
        </p:nvSpPr>
        <p:spPr>
          <a:xfrm>
            <a:off x="966788" y="808035"/>
            <a:ext cx="3748087" cy="103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Arial"/>
              <a:buNone/>
              <a:defRPr b="0" i="0" sz="58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67"/>
          <p:cNvSpPr txBox="1"/>
          <p:nvPr>
            <p:ph idx="2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英文標題">
  <p:cSld name="章節N_英文標題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8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84" name="Google Shape;84;p68"/>
          <p:cNvSpPr txBox="1"/>
          <p:nvPr>
            <p:ph idx="1" type="body"/>
          </p:nvPr>
        </p:nvSpPr>
        <p:spPr>
          <a:xfrm>
            <a:off x="967109" y="2246089"/>
            <a:ext cx="6356480" cy="2535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68"/>
          <p:cNvSpPr txBox="1"/>
          <p:nvPr>
            <p:ph idx="2" type="body"/>
          </p:nvPr>
        </p:nvSpPr>
        <p:spPr>
          <a:xfrm>
            <a:off x="966788" y="808035"/>
            <a:ext cx="3748087" cy="103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Arial"/>
              <a:buNone/>
              <a:defRPr b="0" i="0" sz="58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68"/>
          <p:cNvSpPr txBox="1"/>
          <p:nvPr>
            <p:ph idx="3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中文標題＋文字">
  <p:cSld name="內容頁_中文標題＋文字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eba46d87d_0_96"/>
          <p:cNvSpPr txBox="1"/>
          <p:nvPr>
            <p:ph type="ctrTitle"/>
          </p:nvPr>
        </p:nvSpPr>
        <p:spPr>
          <a:xfrm>
            <a:off x="953359" y="824935"/>
            <a:ext cx="87477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" name="Google Shape;91;g3beba46d87d_0_96"/>
          <p:cNvSpPr txBox="1"/>
          <p:nvPr>
            <p:ph idx="1" type="body"/>
          </p:nvPr>
        </p:nvSpPr>
        <p:spPr>
          <a:xfrm>
            <a:off x="1242281" y="6207371"/>
            <a:ext cx="103701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92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92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925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g3beba46d87d_0_96"/>
          <p:cNvSpPr txBox="1"/>
          <p:nvPr>
            <p:ph idx="2" type="body"/>
          </p:nvPr>
        </p:nvSpPr>
        <p:spPr>
          <a:xfrm>
            <a:off x="954088" y="1618596"/>
            <a:ext cx="10102800" cy="40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92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92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925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g3beba46d87d_0_96"/>
          <p:cNvSpPr txBox="1"/>
          <p:nvPr>
            <p:ph idx="12" type="sldNum"/>
          </p:nvPr>
        </p:nvSpPr>
        <p:spPr>
          <a:xfrm>
            <a:off x="701467" y="6153567"/>
            <a:ext cx="540900" cy="28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l"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lvl="2" algn="l"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lvl="3" algn="l"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lvl="4" algn="l"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lvl="5" algn="l"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lvl="6" algn="l"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lvl="7" algn="l"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lvl="8" algn="l"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＋中文標題">
  <p:cSld name="內容頁_滿版圖片＋中文標題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eba46d87d_0_101"/>
          <p:cNvSpPr/>
          <p:nvPr>
            <p:ph idx="2" type="pic"/>
          </p:nvPr>
        </p:nvSpPr>
        <p:spPr>
          <a:xfrm>
            <a:off x="0" y="1189317"/>
            <a:ext cx="12002400" cy="56688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g3beba46d87d_0_101"/>
          <p:cNvSpPr/>
          <p:nvPr/>
        </p:nvSpPr>
        <p:spPr>
          <a:xfrm>
            <a:off x="1" y="0"/>
            <a:ext cx="11997300" cy="11892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beba46d87d_0_101"/>
          <p:cNvSpPr txBox="1"/>
          <p:nvPr>
            <p:ph type="ctrTitle"/>
          </p:nvPr>
        </p:nvSpPr>
        <p:spPr>
          <a:xfrm>
            <a:off x="953359" y="359005"/>
            <a:ext cx="104553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icrosoft JhengHei"/>
              <a:buNone/>
              <a:defRPr b="1" i="0" sz="36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g3beba46d87d_0_101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僅中文標題">
  <p:cSld name="內容頁_僅中文標題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eba46d87d_0_106"/>
          <p:cNvSpPr txBox="1"/>
          <p:nvPr>
            <p:ph type="ctrTitle"/>
          </p:nvPr>
        </p:nvSpPr>
        <p:spPr>
          <a:xfrm>
            <a:off x="953359" y="824935"/>
            <a:ext cx="87477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1" name="Google Shape;101;g3beba46d87d_0_106"/>
          <p:cNvSpPr txBox="1"/>
          <p:nvPr>
            <p:ph idx="1" type="body"/>
          </p:nvPr>
        </p:nvSpPr>
        <p:spPr>
          <a:xfrm>
            <a:off x="1242281" y="6207371"/>
            <a:ext cx="103701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92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92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925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2" name="Google Shape;102;g3beba46d87d_0_106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">
  <p:cSld name="內容頁_滿版圖片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eba46d87d_0_110"/>
          <p:cNvSpPr/>
          <p:nvPr>
            <p:ph idx="2" type="pic"/>
          </p:nvPr>
        </p:nvSpPr>
        <p:spPr>
          <a:xfrm>
            <a:off x="0" y="0"/>
            <a:ext cx="120036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g3beba46d87d_0_110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內容頁_滿版圖片＋英文標題">
  <p:cSld name="1_內容頁_滿版圖片＋英文標題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eba46d87d_0_113"/>
          <p:cNvSpPr/>
          <p:nvPr>
            <p:ph idx="2" type="pic"/>
          </p:nvPr>
        </p:nvSpPr>
        <p:spPr>
          <a:xfrm>
            <a:off x="0" y="1189317"/>
            <a:ext cx="12002400" cy="56688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g3beba46d87d_0_113"/>
          <p:cNvSpPr/>
          <p:nvPr/>
        </p:nvSpPr>
        <p:spPr>
          <a:xfrm>
            <a:off x="1" y="0"/>
            <a:ext cx="11997300" cy="11892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beba46d87d_0_113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10" name="Google Shape;110;g3beba46d87d_0_113"/>
          <p:cNvSpPr txBox="1"/>
          <p:nvPr>
            <p:ph type="ctrTitle"/>
          </p:nvPr>
        </p:nvSpPr>
        <p:spPr>
          <a:xfrm>
            <a:off x="953359" y="360637"/>
            <a:ext cx="88299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ulish"/>
              <a:buNone/>
              <a:defRPr b="1" i="0" sz="35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僅英文標題">
  <p:cSld name="內容頁_僅英文標題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eba46d87d_0_118"/>
          <p:cNvSpPr txBox="1"/>
          <p:nvPr>
            <p:ph type="ctrTitle"/>
          </p:nvPr>
        </p:nvSpPr>
        <p:spPr>
          <a:xfrm>
            <a:off x="953359" y="728685"/>
            <a:ext cx="88299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500"/>
              <a:buFont typeface="Mulish"/>
              <a:buNone/>
              <a:defRPr b="1" i="0" sz="35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g3beba46d87d_0_118"/>
          <p:cNvSpPr txBox="1"/>
          <p:nvPr>
            <p:ph idx="1" type="body"/>
          </p:nvPr>
        </p:nvSpPr>
        <p:spPr>
          <a:xfrm>
            <a:off x="1242281" y="6207371"/>
            <a:ext cx="103701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92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92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925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4" name="Google Shape;114;g3beba46d87d_0_118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空白頁">
  <p:cSld name="內容頁_空白頁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eba46d87d_0_122"/>
          <p:cNvSpPr txBox="1"/>
          <p:nvPr>
            <p:ph idx="1" type="body"/>
          </p:nvPr>
        </p:nvSpPr>
        <p:spPr>
          <a:xfrm>
            <a:off x="1242281" y="6207371"/>
            <a:ext cx="103701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92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92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925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g3beba46d87d_0_122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英文標題＋文字">
  <p:cSld name="內容頁_英文標題＋文字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eba46d87d_0_125"/>
          <p:cNvSpPr txBox="1"/>
          <p:nvPr>
            <p:ph type="ctrTitle"/>
          </p:nvPr>
        </p:nvSpPr>
        <p:spPr>
          <a:xfrm>
            <a:off x="953359" y="728685"/>
            <a:ext cx="88299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500"/>
              <a:buFont typeface="Mulish"/>
              <a:buNone/>
              <a:defRPr b="1" i="0" sz="35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0" name="Google Shape;120;g3beba46d87d_0_125"/>
          <p:cNvSpPr txBox="1"/>
          <p:nvPr>
            <p:ph idx="1" type="body"/>
          </p:nvPr>
        </p:nvSpPr>
        <p:spPr>
          <a:xfrm>
            <a:off x="1242281" y="6207371"/>
            <a:ext cx="103701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92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92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925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1" name="Google Shape;121;g3beba46d87d_0_125"/>
          <p:cNvSpPr txBox="1"/>
          <p:nvPr>
            <p:ph idx="2" type="body"/>
          </p:nvPr>
        </p:nvSpPr>
        <p:spPr>
          <a:xfrm>
            <a:off x="954088" y="1578855"/>
            <a:ext cx="10102800" cy="41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492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492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4925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2" name="Google Shape;122;g3beba46d87d_0_125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中文標題＋文字">
  <p:cSld name="內容頁_中文標題＋文字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8edcb071c_0_134"/>
          <p:cNvSpPr txBox="1"/>
          <p:nvPr>
            <p:ph type="ctrTitle"/>
          </p:nvPr>
        </p:nvSpPr>
        <p:spPr>
          <a:xfrm>
            <a:off x="953359" y="824935"/>
            <a:ext cx="87471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g3c8edcb071c_0_134"/>
          <p:cNvSpPr txBox="1"/>
          <p:nvPr>
            <p:ph idx="1" type="body"/>
          </p:nvPr>
        </p:nvSpPr>
        <p:spPr>
          <a:xfrm>
            <a:off x="1242282" y="6207371"/>
            <a:ext cx="103701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92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92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925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g3c8edcb071c_0_134"/>
          <p:cNvSpPr txBox="1"/>
          <p:nvPr>
            <p:ph idx="2" type="body"/>
          </p:nvPr>
        </p:nvSpPr>
        <p:spPr>
          <a:xfrm>
            <a:off x="954088" y="1618596"/>
            <a:ext cx="10102800" cy="40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92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92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925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g3c8edcb071c_0_134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">
  <p:cSld name="內容頁_滿版圖片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8edcb071c_0_139"/>
          <p:cNvSpPr/>
          <p:nvPr>
            <p:ph idx="2" type="pic"/>
          </p:nvPr>
        </p:nvSpPr>
        <p:spPr>
          <a:xfrm>
            <a:off x="0" y="0"/>
            <a:ext cx="120036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32" name="Google Shape;132;g3c8edcb071c_0_139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英文標題＋文字">
  <p:cSld name="內容頁_英文標題＋文字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c8edcb071c_0_142"/>
          <p:cNvSpPr txBox="1"/>
          <p:nvPr>
            <p:ph type="ctrTitle"/>
          </p:nvPr>
        </p:nvSpPr>
        <p:spPr>
          <a:xfrm>
            <a:off x="953359" y="728685"/>
            <a:ext cx="88299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500"/>
              <a:buFont typeface="Mulish"/>
              <a:buNone/>
              <a:defRPr b="1" i="0" sz="35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5" name="Google Shape;135;g3c8edcb071c_0_142"/>
          <p:cNvSpPr txBox="1"/>
          <p:nvPr>
            <p:ph idx="1" type="body"/>
          </p:nvPr>
        </p:nvSpPr>
        <p:spPr>
          <a:xfrm>
            <a:off x="1242282" y="6207371"/>
            <a:ext cx="103701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92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92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925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6" name="Google Shape;136;g3c8edcb071c_0_142"/>
          <p:cNvSpPr txBox="1"/>
          <p:nvPr>
            <p:ph idx="2" type="body"/>
          </p:nvPr>
        </p:nvSpPr>
        <p:spPr>
          <a:xfrm>
            <a:off x="954088" y="1578855"/>
            <a:ext cx="10102800" cy="41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492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492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4925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7" name="Google Shape;137;g3c8edcb071c_0_142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＋中文標題">
  <p:cSld name="內容頁_滿版圖片＋中文標題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8edcb071c_0_147"/>
          <p:cNvSpPr/>
          <p:nvPr>
            <p:ph idx="2" type="pic"/>
          </p:nvPr>
        </p:nvSpPr>
        <p:spPr>
          <a:xfrm>
            <a:off x="0" y="1189317"/>
            <a:ext cx="12002400" cy="5668800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g3c8edcb071c_0_147"/>
          <p:cNvSpPr/>
          <p:nvPr/>
        </p:nvSpPr>
        <p:spPr>
          <a:xfrm>
            <a:off x="1" y="0"/>
            <a:ext cx="11997300" cy="11892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c8edcb071c_0_147"/>
          <p:cNvSpPr txBox="1"/>
          <p:nvPr>
            <p:ph type="ctrTitle"/>
          </p:nvPr>
        </p:nvSpPr>
        <p:spPr>
          <a:xfrm>
            <a:off x="953359" y="359005"/>
            <a:ext cx="104553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icrosoft JhengHei"/>
              <a:buNone/>
              <a:defRPr b="1" i="0" sz="36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2" name="Google Shape;142;g3c8edcb071c_0_147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內容頁_滿版圖片＋英文標題">
  <p:cSld name="1_內容頁_滿版圖片＋英文標題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8edcb071c_0_152"/>
          <p:cNvSpPr/>
          <p:nvPr>
            <p:ph idx="2" type="pic"/>
          </p:nvPr>
        </p:nvSpPr>
        <p:spPr>
          <a:xfrm>
            <a:off x="0" y="1189317"/>
            <a:ext cx="12002400" cy="5668800"/>
          </a:xfrm>
          <a:prstGeom prst="rect">
            <a:avLst/>
          </a:prstGeom>
          <a:noFill/>
          <a:ln>
            <a:noFill/>
          </a:ln>
        </p:spPr>
      </p:sp>
      <p:sp>
        <p:nvSpPr>
          <p:cNvPr id="145" name="Google Shape;145;g3c8edcb071c_0_152"/>
          <p:cNvSpPr/>
          <p:nvPr/>
        </p:nvSpPr>
        <p:spPr>
          <a:xfrm>
            <a:off x="1" y="0"/>
            <a:ext cx="11997300" cy="11892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c8edcb071c_0_152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47" name="Google Shape;147;g3c8edcb071c_0_152"/>
          <p:cNvSpPr txBox="1"/>
          <p:nvPr>
            <p:ph type="ctrTitle"/>
          </p:nvPr>
        </p:nvSpPr>
        <p:spPr>
          <a:xfrm>
            <a:off x="953359" y="360637"/>
            <a:ext cx="88299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ulish"/>
              <a:buNone/>
              <a:defRPr b="1" i="0" sz="35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僅英文標題">
  <p:cSld name="內容頁_僅英文標題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8edcb071c_0_157"/>
          <p:cNvSpPr txBox="1"/>
          <p:nvPr>
            <p:ph type="ctrTitle"/>
          </p:nvPr>
        </p:nvSpPr>
        <p:spPr>
          <a:xfrm>
            <a:off x="953359" y="728685"/>
            <a:ext cx="88299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500"/>
              <a:buFont typeface="Mulish"/>
              <a:buNone/>
              <a:defRPr b="1" i="0" sz="35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0" name="Google Shape;150;g3c8edcb071c_0_157"/>
          <p:cNvSpPr txBox="1"/>
          <p:nvPr>
            <p:ph idx="1" type="body"/>
          </p:nvPr>
        </p:nvSpPr>
        <p:spPr>
          <a:xfrm>
            <a:off x="1242282" y="6207371"/>
            <a:ext cx="103701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92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92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925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1" name="Google Shape;151;g3c8edcb071c_0_157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空白頁">
  <p:cSld name="內容頁_空白頁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8edcb071c_0_161"/>
          <p:cNvSpPr txBox="1"/>
          <p:nvPr>
            <p:ph idx="1" type="body"/>
          </p:nvPr>
        </p:nvSpPr>
        <p:spPr>
          <a:xfrm>
            <a:off x="1242282" y="6207371"/>
            <a:ext cx="103701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92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92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925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4" name="Google Shape;154;g3c8edcb071c_0_161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4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theme" Target="../theme/theme6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theme" Target="../theme/theme2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10" Type="http://schemas.openxmlformats.org/officeDocument/2006/relationships/theme" Target="../theme/theme5.xml"/><Relationship Id="rId9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theme" Target="../theme/theme3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/>
        </p:nvSpPr>
        <p:spPr>
          <a:xfrm>
            <a:off x="966788" y="717402"/>
            <a:ext cx="3515360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</a:pPr>
            <a:r>
              <a:rPr b="0" i="0" lang="zh-TW" sz="58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rPr>
              <a:t>01</a:t>
            </a:r>
            <a:endParaRPr b="0" i="0" sz="5800" u="none" cap="none" strike="noStrike">
              <a:solidFill>
                <a:schemeClr val="lt1"/>
              </a:solidFill>
              <a:latin typeface="Mulish ExtraLight"/>
              <a:ea typeface="Mulish ExtraLight"/>
              <a:cs typeface="Mulish ExtraLight"/>
              <a:sym typeface="Mulish ExtraLight"/>
            </a:endParaRPr>
          </a:p>
        </p:txBody>
      </p:sp>
      <p:sp>
        <p:nvSpPr>
          <p:cNvPr id="25" name="Google Shape;25;p13"/>
          <p:cNvSpPr txBox="1"/>
          <p:nvPr/>
        </p:nvSpPr>
        <p:spPr>
          <a:xfrm>
            <a:off x="1242283" y="6179444"/>
            <a:ext cx="73777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zh-TW" sz="1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章節 01</a:t>
            </a:r>
            <a:endParaRPr b="1" i="0" sz="1200" u="none" cap="none" strike="noStrik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2"/>
    <p:sldLayoutId id="2147483654" r:id="rId3"/>
    <p:sldLayoutId id="2147483655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2"/>
    <p:sldLayoutId id="2147483666" r:id="rId3"/>
    <p:sldLayoutId id="2147483667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eba46d87d_0_94"/>
          <p:cNvSpPr txBox="1"/>
          <p:nvPr>
            <p:ph idx="12" type="sldNum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r">
              <a:buNone/>
              <a:defRPr sz="1700">
                <a:solidFill>
                  <a:schemeClr val="tx1"/>
                </a:solidFill>
              </a:defRPr>
            </a:lvl1pPr>
            <a:lvl2pPr lvl="1" algn="r">
              <a:buNone/>
              <a:defRPr sz="1700">
                <a:solidFill>
                  <a:schemeClr val="tx1"/>
                </a:solidFill>
              </a:defRPr>
            </a:lvl2pPr>
            <a:lvl3pPr lvl="2" algn="r">
              <a:buNone/>
              <a:defRPr sz="1700">
                <a:solidFill>
                  <a:schemeClr val="tx1"/>
                </a:solidFill>
              </a:defRPr>
            </a:lvl3pPr>
            <a:lvl4pPr lvl="3" algn="r">
              <a:buNone/>
              <a:defRPr sz="1700">
                <a:solidFill>
                  <a:schemeClr val="tx1"/>
                </a:solidFill>
              </a:defRPr>
            </a:lvl4pPr>
            <a:lvl5pPr lvl="4" algn="r">
              <a:buNone/>
              <a:defRPr sz="1700">
                <a:solidFill>
                  <a:schemeClr val="tx1"/>
                </a:solidFill>
              </a:defRPr>
            </a:lvl5pPr>
            <a:lvl6pPr lvl="5" algn="r">
              <a:buNone/>
              <a:defRPr sz="1700">
                <a:solidFill>
                  <a:schemeClr val="tx1"/>
                </a:solidFill>
              </a:defRPr>
            </a:lvl6pPr>
            <a:lvl7pPr lvl="6" algn="r">
              <a:buNone/>
              <a:defRPr sz="1700">
                <a:solidFill>
                  <a:schemeClr val="tx1"/>
                </a:solidFill>
              </a:defRPr>
            </a:lvl7pPr>
            <a:lvl8pPr lvl="7" algn="r">
              <a:buNone/>
              <a:defRPr sz="1700">
                <a:solidFill>
                  <a:schemeClr val="tx1"/>
                </a:solidFill>
              </a:defRPr>
            </a:lvl8pPr>
            <a:lvl9pPr lvl="8" algn="r">
              <a:buNone/>
              <a:defRPr sz="17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8edcb071c_0_132"/>
          <p:cNvSpPr txBox="1"/>
          <p:nvPr>
            <p:ph idx="12" type="sldNum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r">
              <a:buNone/>
              <a:defRPr sz="1700">
                <a:solidFill>
                  <a:schemeClr val="tx1"/>
                </a:solidFill>
              </a:defRPr>
            </a:lvl1pPr>
            <a:lvl2pPr lvl="1" algn="r">
              <a:buNone/>
              <a:defRPr sz="1700">
                <a:solidFill>
                  <a:schemeClr val="tx1"/>
                </a:solidFill>
              </a:defRPr>
            </a:lvl2pPr>
            <a:lvl3pPr lvl="2" algn="r">
              <a:buNone/>
              <a:defRPr sz="1700">
                <a:solidFill>
                  <a:schemeClr val="tx1"/>
                </a:solidFill>
              </a:defRPr>
            </a:lvl3pPr>
            <a:lvl4pPr lvl="3" algn="r">
              <a:buNone/>
              <a:defRPr sz="1700">
                <a:solidFill>
                  <a:schemeClr val="tx1"/>
                </a:solidFill>
              </a:defRPr>
            </a:lvl4pPr>
            <a:lvl5pPr lvl="4" algn="r">
              <a:buNone/>
              <a:defRPr sz="1700">
                <a:solidFill>
                  <a:schemeClr val="tx1"/>
                </a:solidFill>
              </a:defRPr>
            </a:lvl5pPr>
            <a:lvl6pPr lvl="5" algn="r">
              <a:buNone/>
              <a:defRPr sz="1700">
                <a:solidFill>
                  <a:schemeClr val="tx1"/>
                </a:solidFill>
              </a:defRPr>
            </a:lvl6pPr>
            <a:lvl7pPr lvl="6" algn="r">
              <a:buNone/>
              <a:defRPr sz="1700">
                <a:solidFill>
                  <a:schemeClr val="tx1"/>
                </a:solidFill>
              </a:defRPr>
            </a:lvl7pPr>
            <a:lvl8pPr lvl="7" algn="r">
              <a:buNone/>
              <a:defRPr sz="1700">
                <a:solidFill>
                  <a:schemeClr val="tx1"/>
                </a:solidFill>
              </a:defRPr>
            </a:lvl8pPr>
            <a:lvl9pPr lvl="8" algn="r">
              <a:buNone/>
              <a:defRPr sz="17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ithub.com/lctung/ai2026s/blob/main/hw01/index.html" TargetMode="External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rive.google.com/drive/folders/1YbSTDHz38lLOwG9J7OE37fhnMxGrMcW3?usp=drive_link" TargetMode="External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<Relationship Id="rId3" Type="http://schemas.openxmlformats.org/officeDocument/2006/relationships/hyperlink" Target="mailto:t114598033@ntut.org.tw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 txBox="1"/>
          <p:nvPr>
            <p:ph type="ctrTitle"/>
          </p:nvPr>
        </p:nvSpPr>
        <p:spPr>
          <a:xfrm>
            <a:off x="967109" y="2274495"/>
            <a:ext cx="10191320" cy="574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 sz="3200"/>
              <a:t>生成式人工智慧導論 114-2</a:t>
            </a:r>
            <a:endParaRPr/>
          </a:p>
        </p:txBody>
      </p:sp>
      <p:sp>
        <p:nvSpPr>
          <p:cNvPr id="160" name="Google Shape;160;p6"/>
          <p:cNvSpPr txBox="1"/>
          <p:nvPr>
            <p:ph idx="1" type="body"/>
          </p:nvPr>
        </p:nvSpPr>
        <p:spPr>
          <a:xfrm>
            <a:off x="967109" y="3007096"/>
            <a:ext cx="10191320" cy="11538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ulish"/>
              <a:buNone/>
            </a:pPr>
            <a:r>
              <a:rPr lang="zh-TW"/>
              <a:t>HW01</a:t>
            </a:r>
            <a:r>
              <a:rPr lang="zh-TW"/>
              <a:t> - 稿紙</a:t>
            </a:r>
            <a:endParaRPr/>
          </a:p>
        </p:txBody>
      </p:sp>
      <p:sp>
        <p:nvSpPr>
          <p:cNvPr id="161" name="Google Shape;161;p6"/>
          <p:cNvSpPr txBox="1"/>
          <p:nvPr>
            <p:ph idx="2" type="body"/>
          </p:nvPr>
        </p:nvSpPr>
        <p:spPr>
          <a:xfrm>
            <a:off x="967108" y="4572000"/>
            <a:ext cx="665009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zh-TW"/>
              <a:t>賴秋彤、</a:t>
            </a:r>
            <a:r>
              <a:rPr lang="zh-TW"/>
              <a:t>林家弘</a:t>
            </a:r>
            <a:endParaRPr/>
          </a:p>
        </p:txBody>
      </p:sp>
      <p:sp>
        <p:nvSpPr>
          <p:cNvPr id="162" name="Google Shape;162;p6"/>
          <p:cNvSpPr txBox="1"/>
          <p:nvPr>
            <p:ph idx="3" type="body"/>
          </p:nvPr>
        </p:nvSpPr>
        <p:spPr>
          <a:xfrm>
            <a:off x="967108" y="5025006"/>
            <a:ext cx="665009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zh-TW"/>
              <a:t>國立臺北科技大學資訊工程系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"/>
          <p:cNvSpPr txBox="1"/>
          <p:nvPr>
            <p:ph type="ctrTitle"/>
          </p:nvPr>
        </p:nvSpPr>
        <p:spPr>
          <a:xfrm>
            <a:off x="967109" y="2419102"/>
            <a:ext cx="10191320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</a:pPr>
            <a:r>
              <a:rPr lang="zh-TW"/>
              <a:t>目錄</a:t>
            </a:r>
            <a:endParaRPr/>
          </a:p>
        </p:txBody>
      </p:sp>
      <p:sp>
        <p:nvSpPr>
          <p:cNvPr id="168" name="Google Shape;168;p7"/>
          <p:cNvSpPr txBox="1"/>
          <p:nvPr>
            <p:ph idx="1" type="body"/>
          </p:nvPr>
        </p:nvSpPr>
        <p:spPr>
          <a:xfrm>
            <a:off x="967109" y="3124542"/>
            <a:ext cx="10191320" cy="189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ulish"/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 txBox="1"/>
          <p:nvPr>
            <p:ph idx="2" type="body"/>
          </p:nvPr>
        </p:nvSpPr>
        <p:spPr>
          <a:xfrm>
            <a:off x="1842554" y="6207371"/>
            <a:ext cx="9762763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"/>
          <p:cNvSpPr txBox="1"/>
          <p:nvPr>
            <p:ph type="ctrTitle"/>
          </p:nvPr>
        </p:nvSpPr>
        <p:spPr>
          <a:xfrm>
            <a:off x="953359" y="824935"/>
            <a:ext cx="8747531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/>
              <a:t>目錄</a:t>
            </a:r>
            <a:endParaRPr/>
          </a:p>
        </p:txBody>
      </p:sp>
      <p:sp>
        <p:nvSpPr>
          <p:cNvPr id="176" name="Google Shape;176;p1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7" name="Google Shape;177;p1"/>
          <p:cNvSpPr txBox="1"/>
          <p:nvPr>
            <p:ph idx="2" type="body"/>
          </p:nvPr>
        </p:nvSpPr>
        <p:spPr>
          <a:xfrm>
            <a:off x="954088" y="1618596"/>
            <a:ext cx="10102795" cy="4089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6858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700"/>
              <a:buFont typeface="Arial"/>
              <a:buChar char="•"/>
            </a:pPr>
            <a:r>
              <a:rPr lang="zh-TW"/>
              <a:t>評分標準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700"/>
              <a:buChar char="•"/>
            </a:pPr>
            <a:r>
              <a:rPr lang="zh-TW"/>
              <a:t>作業說明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700"/>
              <a:buChar char="•"/>
            </a:pPr>
            <a:r>
              <a:rPr lang="zh-TW"/>
              <a:t>繳交資訊</a:t>
            </a:r>
            <a:endParaRPr/>
          </a:p>
        </p:txBody>
      </p:sp>
      <p:sp>
        <p:nvSpPr>
          <p:cNvPr id="178" name="Google Shape;178;p1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7910179600_0_4"/>
          <p:cNvSpPr txBox="1"/>
          <p:nvPr>
            <p:ph type="ctrTitle"/>
          </p:nvPr>
        </p:nvSpPr>
        <p:spPr>
          <a:xfrm>
            <a:off x="967109" y="2419102"/>
            <a:ext cx="101913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lang="zh-TW"/>
              <a:t>評分標準</a:t>
            </a:r>
            <a:endParaRPr/>
          </a:p>
        </p:txBody>
      </p:sp>
      <p:sp>
        <p:nvSpPr>
          <p:cNvPr id="185" name="Google Shape;185;g27910179600_0_4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rPr lang="zh-TW"/>
              <a:t>章節05</a:t>
            </a:r>
            <a:endParaRPr/>
          </a:p>
        </p:txBody>
      </p:sp>
      <p:sp>
        <p:nvSpPr>
          <p:cNvPr id="186" name="Google Shape;186;g27910179600_0_4"/>
          <p:cNvSpPr txBox="1"/>
          <p:nvPr>
            <p:ph idx="2" type="body"/>
          </p:nvPr>
        </p:nvSpPr>
        <p:spPr>
          <a:xfrm>
            <a:off x="966788" y="808035"/>
            <a:ext cx="3748200" cy="10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5800"/>
              <a:buNone/>
            </a:pPr>
            <a:r>
              <a:rPr lang="zh-TW"/>
              <a:t>02</a:t>
            </a:r>
            <a:endParaRPr/>
          </a:p>
        </p:txBody>
      </p:sp>
      <p:sp>
        <p:nvSpPr>
          <p:cNvPr id="187" name="Google Shape;187;g27910179600_0_4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88" name="Google Shape;188;g27910179600_0_4"/>
          <p:cNvSpPr txBox="1"/>
          <p:nvPr>
            <p:ph idx="3" type="body"/>
          </p:nvPr>
        </p:nvSpPr>
        <p:spPr>
          <a:xfrm>
            <a:off x="967109" y="3124542"/>
            <a:ext cx="10191300" cy="18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f510a4e5fe_0_0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/>
              <a:t>評分標準</a:t>
            </a:r>
            <a:endParaRPr/>
          </a:p>
        </p:txBody>
      </p:sp>
      <p:sp>
        <p:nvSpPr>
          <p:cNvPr id="194" name="Google Shape;194;g2f510a4e5fe_0_0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5" name="Google Shape;195;g2f510a4e5fe_0_0"/>
          <p:cNvSpPr txBox="1"/>
          <p:nvPr>
            <p:ph idx="2" type="body"/>
          </p:nvPr>
        </p:nvSpPr>
        <p:spPr>
          <a:xfrm>
            <a:off x="947750" y="1556288"/>
            <a:ext cx="10102800" cy="45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Microsoft JhengHei"/>
              <a:buChar char="●"/>
            </a:pPr>
            <a:r>
              <a:rPr b="1" lang="zh-TW" sz="2400">
                <a:solidFill>
                  <a:srgbClr val="00B050"/>
                </a:solidFill>
              </a:rPr>
              <a:t>Simple baseline (</a:t>
            </a:r>
            <a:r>
              <a:rPr b="1" lang="zh-TW" sz="2400">
                <a:solidFill>
                  <a:srgbClr val="00B050"/>
                </a:solidFill>
              </a:rPr>
              <a:t>0</a:t>
            </a:r>
            <a:r>
              <a:rPr b="1" lang="zh-TW" sz="2400">
                <a:solidFill>
                  <a:srgbClr val="00B050"/>
                </a:solidFill>
              </a:rPr>
              <a:t>pt)</a:t>
            </a:r>
            <a:endParaRPr b="1" sz="2400">
              <a:solidFill>
                <a:srgbClr val="00B050"/>
              </a:solidFill>
            </a:endParaRPr>
          </a:p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icrosoft JhengHei"/>
              <a:buChar char="●"/>
            </a:pPr>
            <a:r>
              <a:rPr b="1" lang="zh-TW" sz="2400">
                <a:solidFill>
                  <a:srgbClr val="FF0000"/>
                </a:solidFill>
              </a:rPr>
              <a:t>Medium baseline (</a:t>
            </a:r>
            <a:r>
              <a:rPr b="1" lang="zh-TW" sz="2400">
                <a:solidFill>
                  <a:srgbClr val="FF0000"/>
                </a:solidFill>
              </a:rPr>
              <a:t>0</a:t>
            </a:r>
            <a:r>
              <a:rPr b="1" lang="zh-TW" sz="2400">
                <a:solidFill>
                  <a:srgbClr val="FF0000"/>
                </a:solidFill>
              </a:rPr>
              <a:t>pt)</a:t>
            </a:r>
            <a:endParaRPr b="1" sz="2400">
              <a:solidFill>
                <a:srgbClr val="FF0000"/>
              </a:solidFill>
            </a:endParaRPr>
          </a:p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Font typeface="Microsoft JhengHei"/>
              <a:buChar char="●"/>
            </a:pPr>
            <a:r>
              <a:rPr b="1" lang="zh-TW" sz="2400">
                <a:solidFill>
                  <a:srgbClr val="7030A0"/>
                </a:solidFill>
              </a:rPr>
              <a:t>Strong baseline (</a:t>
            </a:r>
            <a:r>
              <a:rPr b="1" lang="zh-TW" sz="2400">
                <a:solidFill>
                  <a:srgbClr val="7030A0"/>
                </a:solidFill>
              </a:rPr>
              <a:t>10</a:t>
            </a:r>
            <a:r>
              <a:rPr b="1" lang="zh-TW" sz="2400">
                <a:solidFill>
                  <a:srgbClr val="7030A0"/>
                </a:solidFill>
              </a:rPr>
              <a:t>pt)</a:t>
            </a:r>
            <a:endParaRPr b="1" sz="2400">
              <a:solidFill>
                <a:srgbClr val="7030A0"/>
              </a:solidFill>
            </a:endParaRPr>
          </a:p>
          <a:p>
            <a:pPr indent="-334326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Font typeface="Microsoft JhengHei"/>
              <a:buChar char="●"/>
            </a:pPr>
            <a:r>
              <a:rPr b="1" lang="zh-TW">
                <a:solidFill>
                  <a:srgbClr val="7030A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完成手寫稿紙 (編號1~</a:t>
            </a:r>
            <a:r>
              <a:rPr b="1" lang="zh-TW">
                <a:solidFill>
                  <a:srgbClr val="7030A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編號</a:t>
            </a:r>
            <a:r>
              <a:rPr b="1" lang="zh-TW">
                <a:solidFill>
                  <a:srgbClr val="7030A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8)</a:t>
            </a:r>
            <a:endParaRPr b="1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96" name="Google Shape;196;g2f510a4e5fe_0_0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97" name="Google Shape;197;g2f510a4e5fe_0_0"/>
          <p:cNvGraphicFramePr/>
          <p:nvPr/>
        </p:nvGraphicFramePr>
        <p:xfrm>
          <a:off x="6153875" y="15563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{C07A414F-C38D-4AAC-AC81-0B82093A64B6}</a:tableStyleId>
              </a:tblPr>
              <a:tblGrid>
                <a:gridCol w="1065425"/>
                <a:gridCol w="2318900"/>
              </a:tblGrid>
              <a:tr h="4652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稿紙內容</a:t>
                      </a:r>
                      <a:endParaRPr sz="2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 hMerge="1"/>
              </a:tr>
              <a:tr h="48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編號</a:t>
                      </a:r>
                      <a:r>
                        <a:rPr lang="zh-TW" sz="20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1. </a:t>
                      </a:r>
                      <a:endParaRPr sz="2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千字文</a:t>
                      </a:r>
                      <a:endParaRPr sz="2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編號</a:t>
                      </a:r>
                      <a:r>
                        <a:rPr lang="zh-TW" sz="20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2. </a:t>
                      </a:r>
                      <a:endParaRPr sz="2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長</a:t>
                      </a:r>
                      <a:r>
                        <a:rPr lang="zh-TW" sz="20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恨歌</a:t>
                      </a:r>
                      <a:endParaRPr sz="2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編號</a:t>
                      </a:r>
                      <a:r>
                        <a:rPr lang="zh-TW" sz="20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3. </a:t>
                      </a:r>
                      <a:endParaRPr sz="2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洛神賦</a:t>
                      </a:r>
                      <a:endParaRPr sz="2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編號</a:t>
                      </a:r>
                      <a:r>
                        <a:rPr lang="zh-TW" sz="20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4. </a:t>
                      </a:r>
                      <a:endParaRPr sz="2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詩經</a:t>
                      </a:r>
                      <a:endParaRPr sz="2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編號</a:t>
                      </a:r>
                      <a:r>
                        <a:rPr lang="zh-TW" sz="20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5. </a:t>
                      </a:r>
                      <a:endParaRPr sz="2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部首、注音、日文</a:t>
                      </a:r>
                      <a:endParaRPr sz="2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編號</a:t>
                      </a:r>
                      <a:r>
                        <a:rPr lang="zh-TW" sz="20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6. </a:t>
                      </a:r>
                      <a:endParaRPr sz="2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英文、數字</a:t>
                      </a:r>
                      <a:endParaRPr sz="2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編號</a:t>
                      </a:r>
                      <a:r>
                        <a:rPr lang="zh-TW" sz="20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7. </a:t>
                      </a:r>
                      <a:endParaRPr sz="2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標點符號</a:t>
                      </a:r>
                      <a:endParaRPr sz="2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編號</a:t>
                      </a:r>
                      <a:r>
                        <a:rPr lang="zh-TW" sz="20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8. </a:t>
                      </a:r>
                      <a:endParaRPr sz="2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姓氏名字號</a:t>
                      </a:r>
                      <a:endParaRPr sz="2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98" name="Google Shape;198;g2f510a4e5fe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57775" y="4227575"/>
            <a:ext cx="1917524" cy="1917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9"/>
          <p:cNvSpPr txBox="1"/>
          <p:nvPr>
            <p:ph type="ctrTitle"/>
          </p:nvPr>
        </p:nvSpPr>
        <p:spPr>
          <a:xfrm>
            <a:off x="967109" y="2419102"/>
            <a:ext cx="10191320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</a:pPr>
            <a:r>
              <a:rPr lang="zh-TW"/>
              <a:t>作業說明</a:t>
            </a:r>
            <a:endParaRPr/>
          </a:p>
        </p:txBody>
      </p:sp>
      <p:sp>
        <p:nvSpPr>
          <p:cNvPr id="204" name="Google Shape;204;p39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zh-TW"/>
              <a:t>章節05</a:t>
            </a:r>
            <a:endParaRPr/>
          </a:p>
        </p:txBody>
      </p:sp>
      <p:sp>
        <p:nvSpPr>
          <p:cNvPr id="205" name="Google Shape;205;p39"/>
          <p:cNvSpPr txBox="1"/>
          <p:nvPr>
            <p:ph idx="2" type="body"/>
          </p:nvPr>
        </p:nvSpPr>
        <p:spPr>
          <a:xfrm>
            <a:off x="966788" y="808035"/>
            <a:ext cx="3748087" cy="103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</a:pPr>
            <a:r>
              <a:rPr lang="zh-TW"/>
              <a:t>03</a:t>
            </a:r>
            <a:endParaRPr/>
          </a:p>
        </p:txBody>
      </p:sp>
      <p:sp>
        <p:nvSpPr>
          <p:cNvPr id="206" name="Google Shape;206;p39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07" name="Google Shape;207;p39"/>
          <p:cNvSpPr txBox="1"/>
          <p:nvPr>
            <p:ph idx="3" type="body"/>
          </p:nvPr>
        </p:nvSpPr>
        <p:spPr>
          <a:xfrm>
            <a:off x="967109" y="3124542"/>
            <a:ext cx="10191320" cy="189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ulish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cap="flat" cmpd="sng" w="762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40"/>
          <p:cNvSpPr txBox="1"/>
          <p:nvPr>
            <p:ph type="ctrTitle"/>
          </p:nvPr>
        </p:nvSpPr>
        <p:spPr>
          <a:xfrm>
            <a:off x="953359" y="824935"/>
            <a:ext cx="8747531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 sz="4400">
                <a:solidFill>
                  <a:srgbClr val="00B050"/>
                </a:solidFill>
              </a:rPr>
              <a:t>Simple baseline (</a:t>
            </a:r>
            <a:r>
              <a:rPr lang="zh-TW" sz="4400">
                <a:solidFill>
                  <a:srgbClr val="00B050"/>
                </a:solidFill>
              </a:rPr>
              <a:t>0</a:t>
            </a:r>
            <a:r>
              <a:rPr lang="zh-TW" sz="4400">
                <a:solidFill>
                  <a:srgbClr val="00B050"/>
                </a:solidFill>
              </a:rPr>
              <a:t>pt)</a:t>
            </a:r>
            <a:endParaRPr/>
          </a:p>
        </p:txBody>
      </p:sp>
      <p:sp>
        <p:nvSpPr>
          <p:cNvPr id="214" name="Google Shape;214;p40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15" name="Google Shape;215;p40"/>
          <p:cNvSpPr txBox="1"/>
          <p:nvPr>
            <p:ph idx="2" type="body"/>
          </p:nvPr>
        </p:nvSpPr>
        <p:spPr>
          <a:xfrm>
            <a:off x="953350" y="1758734"/>
            <a:ext cx="10102800" cy="4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Microsoft JhengHei"/>
              <a:buChar char="●"/>
            </a:pPr>
            <a:r>
              <a:t/>
            </a:r>
            <a:endParaRPr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16" name="Google Shape;216;p40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41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 sz="4400">
                <a:solidFill>
                  <a:srgbClr val="FF0000"/>
                </a:solidFill>
              </a:rPr>
              <a:t>Medium baseline (</a:t>
            </a:r>
            <a:r>
              <a:rPr lang="zh-TW" sz="4400">
                <a:solidFill>
                  <a:srgbClr val="FF0000"/>
                </a:solidFill>
              </a:rPr>
              <a:t>0</a:t>
            </a:r>
            <a:r>
              <a:rPr lang="zh-TW" sz="4400">
                <a:solidFill>
                  <a:srgbClr val="FF0000"/>
                </a:solidFill>
              </a:rPr>
              <a:t>pt)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23" name="Google Shape;223;p41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24" name="Google Shape;224;p41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>
                <a:solidFill>
                  <a:srgbClr val="FF0000"/>
                </a:solidFill>
              </a:rPr>
              <a:t>P.</a:t>
            </a:r>
            <a:fld id="{00000000-1234-1234-1234-123412341234}" type="slidenum">
              <a:rPr lang="zh-TW">
                <a:solidFill>
                  <a:srgbClr val="FF0000"/>
                </a:solidFill>
              </a:rPr>
              <a:t>‹#›</a:t>
            </a:fld>
            <a:endParaRPr>
              <a:solidFill>
                <a:srgbClr val="FF0000"/>
              </a:solidFill>
            </a:endParaRPr>
          </a:p>
        </p:txBody>
      </p:sp>
      <p:sp>
        <p:nvSpPr>
          <p:cNvPr id="225" name="Google Shape;225;p41"/>
          <p:cNvSpPr txBox="1"/>
          <p:nvPr>
            <p:ph idx="2" type="body"/>
          </p:nvPr>
        </p:nvSpPr>
        <p:spPr>
          <a:xfrm>
            <a:off x="953350" y="1758734"/>
            <a:ext cx="10102800" cy="4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Microsoft JhengHei"/>
              <a:buChar char="●"/>
            </a:pPr>
            <a:r>
              <a:t/>
            </a:r>
            <a:endParaRPr b="1" sz="2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cap="flat" cmpd="sng" w="762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42"/>
          <p:cNvSpPr txBox="1"/>
          <p:nvPr>
            <p:ph type="ctrTitle"/>
          </p:nvPr>
        </p:nvSpPr>
        <p:spPr>
          <a:xfrm>
            <a:off x="953359" y="824935"/>
            <a:ext cx="8747531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 sz="4400">
                <a:solidFill>
                  <a:srgbClr val="7030A0"/>
                </a:solidFill>
              </a:rPr>
              <a:t>Strong baseline (</a:t>
            </a:r>
            <a:r>
              <a:rPr lang="zh-TW" sz="4400">
                <a:solidFill>
                  <a:srgbClr val="7030A0"/>
                </a:solidFill>
              </a:rPr>
              <a:t>10</a:t>
            </a:r>
            <a:r>
              <a:rPr lang="zh-TW" sz="4400">
                <a:solidFill>
                  <a:srgbClr val="7030A0"/>
                </a:solidFill>
              </a:rPr>
              <a:t>pt)</a:t>
            </a:r>
            <a:endParaRPr/>
          </a:p>
        </p:txBody>
      </p:sp>
      <p:sp>
        <p:nvSpPr>
          <p:cNvPr id="232" name="Google Shape;232;p42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3" name="Google Shape;233;p42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34" name="Google Shape;234;p42"/>
          <p:cNvSpPr txBox="1"/>
          <p:nvPr>
            <p:ph idx="2" type="body"/>
          </p:nvPr>
        </p:nvSpPr>
        <p:spPr>
          <a:xfrm>
            <a:off x="953350" y="1686373"/>
            <a:ext cx="10102800" cy="49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16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200"/>
              <a:buFont typeface="Microsoft JhengHei"/>
              <a:buChar char="●"/>
            </a:pPr>
            <a:r>
              <a:rPr b="1" lang="zh-TW" sz="2200">
                <a:solidFill>
                  <a:srgbClr val="7030A0"/>
                </a:solidFill>
              </a:rPr>
              <a:t>第一組</a:t>
            </a:r>
            <a:r>
              <a:rPr b="1" lang="zh-TW" sz="2200">
                <a:solidFill>
                  <a:srgbClr val="7030A0"/>
                </a:solidFill>
              </a:rPr>
              <a:t>(紙本撰寫的同學)</a:t>
            </a:r>
            <a:endParaRPr b="1" sz="2200">
              <a:solidFill>
                <a:srgbClr val="7030A0"/>
              </a:solidFill>
            </a:endParaRPr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200"/>
              <a:buFont typeface="Microsoft JhengHei"/>
              <a:buChar char="•"/>
            </a:pPr>
            <a:r>
              <a:rPr lang="zh-TW" sz="2200">
                <a:solidFill>
                  <a:srgbClr val="7030A0"/>
                </a:solidFill>
              </a:rPr>
              <a:t>自行列印紙本，</a:t>
            </a:r>
            <a:r>
              <a:rPr lang="zh-TW" sz="2200">
                <a:solidFill>
                  <a:srgbClr val="7030A0"/>
                </a:solidFill>
              </a:rPr>
              <a:t>撰寫後</a:t>
            </a:r>
            <a:r>
              <a:rPr lang="zh-TW" sz="2200">
                <a:solidFill>
                  <a:srgbClr val="7030A0"/>
                </a:solidFill>
              </a:rPr>
              <a:t>繳交給TA，</a:t>
            </a:r>
            <a:r>
              <a:rPr lang="zh-TW" sz="2200">
                <a:solidFill>
                  <a:srgbClr val="7030A0"/>
                </a:solidFill>
              </a:rPr>
              <a:t>將</a:t>
            </a:r>
            <a:r>
              <a:rPr lang="zh-TW" sz="2200">
                <a:solidFill>
                  <a:srgbClr val="7030A0"/>
                </a:solidFill>
              </a:rPr>
              <a:t>第一頁</a:t>
            </a:r>
            <a:r>
              <a:rPr lang="zh-TW" sz="2200">
                <a:solidFill>
                  <a:srgbClr val="7030A0"/>
                </a:solidFill>
              </a:rPr>
              <a:t>掃描，</a:t>
            </a:r>
            <a:r>
              <a:rPr lang="zh-TW" sz="2200">
                <a:solidFill>
                  <a:srgbClr val="7030A0"/>
                </a:solidFill>
              </a:rPr>
              <a:t>上傳至 github</a:t>
            </a:r>
            <a:endParaRPr sz="2200">
              <a:solidFill>
                <a:srgbClr val="7030A0"/>
              </a:solidFill>
            </a:endParaRPr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200"/>
              <a:buChar char="•"/>
            </a:pPr>
            <a:r>
              <a:rPr lang="zh-TW" sz="2200">
                <a:solidFill>
                  <a:srgbClr val="7030A0"/>
                </a:solidFill>
              </a:rPr>
              <a:t>ai2026s/hw01/index.html </a:t>
            </a:r>
            <a:endParaRPr sz="2200">
              <a:solidFill>
                <a:srgbClr val="7030A0"/>
              </a:solidFill>
            </a:endParaRPr>
          </a:p>
          <a:p>
            <a:pPr indent="-3216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200"/>
              <a:buFont typeface="Microsoft JhengHei"/>
              <a:buChar char="●"/>
            </a:pPr>
            <a:r>
              <a:rPr b="1" lang="zh-TW" sz="2200">
                <a:solidFill>
                  <a:srgbClr val="7030A0"/>
                </a:solidFill>
              </a:rPr>
              <a:t>第二組(</a:t>
            </a:r>
            <a:r>
              <a:rPr b="1" lang="zh-TW" sz="2200">
                <a:solidFill>
                  <a:srgbClr val="7030A0"/>
                </a:solidFill>
              </a:rPr>
              <a:t>iPhone/</a:t>
            </a:r>
            <a:r>
              <a:rPr b="1" lang="zh-TW" sz="2200">
                <a:solidFill>
                  <a:srgbClr val="7030A0"/>
                </a:solidFill>
              </a:rPr>
              <a:t>iPad撰寫的同學</a:t>
            </a:r>
            <a:r>
              <a:rPr b="1" lang="zh-TW" sz="2200">
                <a:solidFill>
                  <a:srgbClr val="7030A0"/>
                </a:solidFill>
              </a:rPr>
              <a:t>)</a:t>
            </a:r>
            <a:endParaRPr b="1" sz="2200">
              <a:solidFill>
                <a:srgbClr val="7030A0"/>
              </a:solidFill>
            </a:endParaRPr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200"/>
              <a:buFont typeface="Microsoft JhengHei"/>
              <a:buChar char="•"/>
            </a:pPr>
            <a:r>
              <a:rPr lang="zh-TW" sz="2200">
                <a:solidFill>
                  <a:srgbClr val="7030A0"/>
                </a:solidFill>
              </a:rPr>
              <a:t>撰寫後，將第一</a:t>
            </a:r>
            <a:r>
              <a:rPr lang="zh-TW" sz="2200">
                <a:solidFill>
                  <a:srgbClr val="7030A0"/>
                </a:solidFill>
              </a:rPr>
              <a:t>頁</a:t>
            </a:r>
            <a:r>
              <a:rPr lang="zh-TW" sz="2200">
                <a:solidFill>
                  <a:srgbClr val="7030A0"/>
                </a:solidFill>
              </a:rPr>
              <a:t>截圖，</a:t>
            </a:r>
            <a:r>
              <a:rPr lang="zh-TW" sz="2200">
                <a:solidFill>
                  <a:srgbClr val="7030A0"/>
                </a:solidFill>
              </a:rPr>
              <a:t>上傳至 github</a:t>
            </a:r>
            <a:endParaRPr sz="2200">
              <a:solidFill>
                <a:srgbClr val="7030A0"/>
              </a:solidFill>
            </a:endParaRPr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200"/>
              <a:buFont typeface="Microsoft JhengHei"/>
              <a:buChar char="•"/>
            </a:pPr>
            <a:r>
              <a:rPr lang="zh-TW" sz="2200">
                <a:solidFill>
                  <a:srgbClr val="7030A0"/>
                </a:solidFill>
              </a:rPr>
              <a:t>ai2026s/hw01/index.html </a:t>
            </a:r>
            <a:endParaRPr sz="2200">
              <a:solidFill>
                <a:srgbClr val="7030A0"/>
              </a:solidFill>
            </a:endParaRPr>
          </a:p>
          <a:p>
            <a:pPr indent="-3216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200"/>
              <a:buFont typeface="Microsoft JhengHei"/>
              <a:buChar char="●"/>
            </a:pPr>
            <a:r>
              <a:rPr b="1" lang="zh-TW" sz="2200">
                <a:solidFill>
                  <a:srgbClr val="7030A0"/>
                </a:solidFill>
              </a:rPr>
              <a:t>第三組(</a:t>
            </a:r>
            <a:r>
              <a:rPr b="1" lang="zh-TW" sz="2200">
                <a:solidFill>
                  <a:srgbClr val="7030A0"/>
                </a:solidFill>
              </a:rPr>
              <a:t>使用App撰寫的同學</a:t>
            </a:r>
            <a:r>
              <a:rPr b="1" lang="zh-TW" sz="2200">
                <a:solidFill>
                  <a:srgbClr val="7030A0"/>
                </a:solidFill>
              </a:rPr>
              <a:t>)</a:t>
            </a:r>
            <a:endParaRPr b="1" sz="2200">
              <a:solidFill>
                <a:srgbClr val="7030A0"/>
              </a:solidFill>
            </a:endParaRPr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200"/>
              <a:buChar char="•"/>
            </a:pPr>
            <a:r>
              <a:rPr lang="zh-TW" sz="22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撰寫後，將第一</a:t>
            </a:r>
            <a:r>
              <a:rPr lang="zh-TW" sz="2200">
                <a:solidFill>
                  <a:srgbClr val="7030A0"/>
                </a:solidFill>
              </a:rPr>
              <a:t>個字的svg</a:t>
            </a:r>
            <a:r>
              <a:rPr lang="zh-TW" sz="22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，上傳至 github</a:t>
            </a:r>
            <a:endParaRPr b="1" sz="2200">
              <a:solidFill>
                <a:srgbClr val="7030A0"/>
              </a:solidFill>
            </a:endParaRPr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200"/>
              <a:buFont typeface="Microsoft JhengHei"/>
              <a:buChar char="•"/>
            </a:pPr>
            <a:r>
              <a:rPr lang="zh-TW" sz="2200">
                <a:solidFill>
                  <a:srgbClr val="7030A0"/>
                </a:solidFill>
              </a:rPr>
              <a:t>ai2026s/hw01/index.html </a:t>
            </a:r>
            <a:endParaRPr sz="220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3"/>
          <p:cNvSpPr txBox="1"/>
          <p:nvPr>
            <p:ph type="ctrTitle"/>
          </p:nvPr>
        </p:nvSpPr>
        <p:spPr>
          <a:xfrm>
            <a:off x="967109" y="2419102"/>
            <a:ext cx="101913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</a:pPr>
            <a:r>
              <a:rPr lang="zh-TW"/>
              <a:t>繳交資訊</a:t>
            </a:r>
            <a:endParaRPr/>
          </a:p>
        </p:txBody>
      </p:sp>
      <p:sp>
        <p:nvSpPr>
          <p:cNvPr id="240" name="Google Shape;240;p43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zh-TW"/>
              <a:t>章節06</a:t>
            </a:r>
            <a:endParaRPr/>
          </a:p>
        </p:txBody>
      </p:sp>
      <p:sp>
        <p:nvSpPr>
          <p:cNvPr id="241" name="Google Shape;241;p43"/>
          <p:cNvSpPr txBox="1"/>
          <p:nvPr>
            <p:ph idx="2" type="body"/>
          </p:nvPr>
        </p:nvSpPr>
        <p:spPr>
          <a:xfrm>
            <a:off x="966788" y="808035"/>
            <a:ext cx="3748087" cy="103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</a:pPr>
            <a:r>
              <a:rPr lang="zh-TW"/>
              <a:t>04</a:t>
            </a:r>
            <a:endParaRPr/>
          </a:p>
        </p:txBody>
      </p:sp>
      <p:sp>
        <p:nvSpPr>
          <p:cNvPr id="242" name="Google Shape;242;p43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43" name="Google Shape;243;p43"/>
          <p:cNvSpPr txBox="1"/>
          <p:nvPr>
            <p:ph idx="3" type="body"/>
          </p:nvPr>
        </p:nvSpPr>
        <p:spPr>
          <a:xfrm>
            <a:off x="967109" y="3124542"/>
            <a:ext cx="10191320" cy="189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ulish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c06416c85c_0_0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c06416c85c_0_0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51" name="Google Shape;251;g3c06416c85c_0_0"/>
          <p:cNvSpPr txBox="1"/>
          <p:nvPr>
            <p:ph type="ctrTitle"/>
          </p:nvPr>
        </p:nvSpPr>
        <p:spPr>
          <a:xfrm>
            <a:off x="903345" y="533663"/>
            <a:ext cx="11663100" cy="7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/>
              <a:t>稿紙第一頁上傳</a:t>
            </a:r>
            <a:endParaRPr/>
          </a:p>
        </p:txBody>
      </p:sp>
      <p:sp>
        <p:nvSpPr>
          <p:cNvPr id="252" name="Google Shape;252;g3c06416c85c_0_0"/>
          <p:cNvSpPr txBox="1"/>
          <p:nvPr/>
        </p:nvSpPr>
        <p:spPr>
          <a:xfrm>
            <a:off x="1242275" y="1475375"/>
            <a:ext cx="8526600" cy="3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Microsoft JhengHei"/>
              <a:buChar char="●"/>
            </a:pPr>
            <a:r>
              <a:rPr lang="zh-TW" sz="2400">
                <a:latin typeface="Microsoft JhengHei"/>
                <a:ea typeface="Microsoft JhengHei"/>
                <a:cs typeface="Microsoft JhengHei"/>
                <a:sym typeface="Microsoft JhengHei"/>
              </a:rPr>
              <a:t>將每份撰寫好的稿紙第一頁上傳至 github，範例如下：</a:t>
            </a:r>
            <a:endParaRPr sz="24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253" name="Google Shape;253;g3c06416c85c_0_0"/>
          <p:cNvPicPr preferRelativeResize="0"/>
          <p:nvPr/>
        </p:nvPicPr>
        <p:blipFill rotWithShape="1">
          <a:blip r:embed="rId3">
            <a:alphaModFix/>
          </a:blip>
          <a:srcRect b="0" l="0" r="2401" t="0"/>
          <a:stretch/>
        </p:blipFill>
        <p:spPr>
          <a:xfrm>
            <a:off x="1906250" y="1957087"/>
            <a:ext cx="8379508" cy="4141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beba46d87d_0_18"/>
          <p:cNvSpPr txBox="1"/>
          <p:nvPr>
            <p:ph idx="2" type="body"/>
          </p:nvPr>
        </p:nvSpPr>
        <p:spPr>
          <a:xfrm>
            <a:off x="947750" y="1564500"/>
            <a:ext cx="10102800" cy="40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32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zh-TW" sz="2400"/>
              <a:t>點擊 hw01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t/>
            </a:r>
            <a:endParaRPr sz="2400"/>
          </a:p>
          <a:p>
            <a:pPr indent="-33432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zh-TW" sz="2400"/>
              <a:t>點擊 </a:t>
            </a:r>
            <a:r>
              <a:rPr lang="zh-TW" sz="2400"/>
              <a:t>A</a:t>
            </a:r>
            <a:r>
              <a:rPr lang="zh-TW" sz="2400"/>
              <a:t>dd file 後 Upload files</a:t>
            </a:r>
            <a:endParaRPr>
              <a:solidFill>
                <a:srgbClr val="00B050"/>
              </a:solidFill>
            </a:endParaRPr>
          </a:p>
        </p:txBody>
      </p:sp>
      <p:pic>
        <p:nvPicPr>
          <p:cNvPr id="259" name="Google Shape;259;g3beba46d87d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2900" y="1409150"/>
            <a:ext cx="5065125" cy="2553797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g3beba46d87d_0_18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1" name="Google Shape;261;g3beba46d87d_0_18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62" name="Google Shape;262;g3beba46d87d_0_18"/>
          <p:cNvSpPr txBox="1"/>
          <p:nvPr/>
        </p:nvSpPr>
        <p:spPr>
          <a:xfrm>
            <a:off x="6015387" y="2680644"/>
            <a:ext cx="617400" cy="171300"/>
          </a:xfrm>
          <a:prstGeom prst="rect">
            <a:avLst/>
          </a:prstGeom>
          <a:noFill/>
          <a:ln cap="flat" cmpd="sng" w="348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3600" lIns="83600" spcFirstLastPara="1" rIns="83600" wrap="square" tIns="83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46"/>
              <a:buFont typeface="Arial"/>
              <a:buNone/>
            </a:pPr>
            <a:r>
              <a:t/>
            </a:r>
            <a:endParaRPr b="0" i="0" sz="164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beba46d87d_0_18"/>
          <p:cNvSpPr txBox="1"/>
          <p:nvPr>
            <p:ph type="ctrTitle"/>
          </p:nvPr>
        </p:nvSpPr>
        <p:spPr>
          <a:xfrm>
            <a:off x="903345" y="533663"/>
            <a:ext cx="11663100" cy="7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/>
              <a:t>稿紙第一頁上傳 - </a:t>
            </a:r>
            <a:r>
              <a:rPr lang="zh-TW"/>
              <a:t>GitHub</a:t>
            </a:r>
            <a:endParaRPr/>
          </a:p>
        </p:txBody>
      </p:sp>
      <p:pic>
        <p:nvPicPr>
          <p:cNvPr id="264" name="Google Shape;264;g3beba46d87d_0_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9025" y="4309075"/>
            <a:ext cx="7991474" cy="179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g3beba46d87d_0_18"/>
          <p:cNvSpPr txBox="1"/>
          <p:nvPr/>
        </p:nvSpPr>
        <p:spPr>
          <a:xfrm>
            <a:off x="10818575" y="4356700"/>
            <a:ext cx="564900" cy="2349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beba46d87d_0_18"/>
          <p:cNvSpPr txBox="1"/>
          <p:nvPr/>
        </p:nvSpPr>
        <p:spPr>
          <a:xfrm>
            <a:off x="10395525" y="4730350"/>
            <a:ext cx="904800" cy="2349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beba46d87d_0_31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72" name="Google Shape;272;g3beba46d87d_0_31"/>
          <p:cNvSpPr txBox="1"/>
          <p:nvPr>
            <p:ph idx="2" type="body"/>
          </p:nvPr>
        </p:nvSpPr>
        <p:spPr>
          <a:xfrm>
            <a:off x="947750" y="1564500"/>
            <a:ext cx="10102800" cy="26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 startAt="3"/>
            </a:pPr>
            <a:r>
              <a:rPr lang="zh-TW" sz="2400"/>
              <a:t>將要上傳的檔案拖移至方框內</a:t>
            </a:r>
            <a:endParaRPr sz="2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t/>
            </a:r>
            <a:endParaRPr b="1" sz="2400">
              <a:solidFill>
                <a:srgbClr val="00B05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t/>
            </a:r>
            <a:endParaRPr b="1" sz="2400">
              <a:solidFill>
                <a:srgbClr val="00B05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t/>
            </a:r>
            <a:endParaRPr b="1" sz="2400">
              <a:solidFill>
                <a:srgbClr val="00B05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t/>
            </a:r>
            <a:endParaRPr b="1" sz="2400"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t/>
            </a:r>
            <a:endParaRPr b="1" sz="2400"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t/>
            </a:r>
            <a:endParaRPr b="1" sz="2400"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28600" lvl="0" marL="457200" marR="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00B050"/>
              </a:buClr>
              <a:buSzPts val="4050"/>
              <a:buFont typeface="Arial"/>
              <a:buNone/>
            </a:pPr>
            <a:r>
              <a:t/>
            </a:r>
            <a:endParaRPr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73" name="Google Shape;273;g3beba46d87d_0_31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74" name="Google Shape;274;g3beba46d87d_0_31"/>
          <p:cNvSpPr txBox="1"/>
          <p:nvPr>
            <p:ph type="ctrTitle"/>
          </p:nvPr>
        </p:nvSpPr>
        <p:spPr>
          <a:xfrm>
            <a:off x="903345" y="533663"/>
            <a:ext cx="11663100" cy="7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/>
              <a:t>稿紙第一頁上傳 - GitHub</a:t>
            </a:r>
            <a:endParaRPr/>
          </a:p>
        </p:txBody>
      </p:sp>
      <p:pic>
        <p:nvPicPr>
          <p:cNvPr id="275" name="Google Shape;275;g3beba46d87d_0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9850" y="2410825"/>
            <a:ext cx="10094642" cy="268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c06416c85c_0_36"/>
          <p:cNvSpPr txBox="1"/>
          <p:nvPr>
            <p:ph idx="2" type="body"/>
          </p:nvPr>
        </p:nvSpPr>
        <p:spPr>
          <a:xfrm>
            <a:off x="947750" y="1564500"/>
            <a:ext cx="10102800" cy="44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16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 startAt="4"/>
            </a:pPr>
            <a:r>
              <a:rPr lang="zh-TW" sz="2200"/>
              <a:t>請參考 </a:t>
            </a:r>
            <a:r>
              <a:rPr lang="zh-TW" sz="2200" u="sng">
                <a:solidFill>
                  <a:schemeClr val="hlink"/>
                </a:solidFill>
                <a:hlinkClick r:id="rId3"/>
              </a:rPr>
              <a:t>https://github.com/lctung/ai2026s/blob/main/hw01/index.html</a:t>
            </a:r>
            <a:r>
              <a:rPr lang="zh-TW" sz="2200">
                <a:solidFill>
                  <a:srgbClr val="00B050"/>
                </a:solidFill>
              </a:rPr>
              <a:t> </a:t>
            </a:r>
            <a:endParaRPr sz="2200"/>
          </a:p>
          <a:p>
            <a:pPr indent="-3216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 startAt="4"/>
            </a:pPr>
            <a:r>
              <a:rPr lang="zh-TW" sz="2200"/>
              <a:t>複製上方網址中</a:t>
            </a:r>
            <a:r>
              <a:rPr lang="zh-TW" sz="2200"/>
              <a:t>第 213 至 246 行程式碼，並</a:t>
            </a:r>
            <a:r>
              <a:rPr lang="zh-TW" sz="2200"/>
              <a:t>貼在評分表格下方</a:t>
            </a:r>
            <a:endParaRPr sz="2200"/>
          </a:p>
          <a:p>
            <a:pPr indent="-3216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 startAt="4"/>
            </a:pPr>
            <a:r>
              <a:rPr lang="zh-TW" sz="2200"/>
              <a:t>更改 html 內圖片路徑</a:t>
            </a:r>
            <a:endParaRPr sz="2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 startAt="4"/>
            </a:pPr>
            <a:r>
              <a:rPr lang="zh-TW" sz="2200"/>
              <a:t>上傳 hw01/index.html 更新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 startAt="4"/>
            </a:pPr>
            <a:r>
              <a:rPr lang="zh-TW" sz="2200"/>
              <a:t>完成作業展示</a:t>
            </a:r>
            <a:endParaRPr sz="2200"/>
          </a:p>
        </p:txBody>
      </p:sp>
      <p:sp>
        <p:nvSpPr>
          <p:cNvPr id="281" name="Google Shape;281;g3c06416c85c_0_36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82" name="Google Shape;282;g3c06416c85c_0_36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83" name="Google Shape;283;g3c06416c85c_0_36"/>
          <p:cNvSpPr txBox="1"/>
          <p:nvPr>
            <p:ph type="ctrTitle"/>
          </p:nvPr>
        </p:nvSpPr>
        <p:spPr>
          <a:xfrm>
            <a:off x="903345" y="533663"/>
            <a:ext cx="11663100" cy="7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/>
              <a:t>稿紙第一頁上傳 - HTML</a:t>
            </a:r>
            <a:endParaRPr/>
          </a:p>
        </p:txBody>
      </p:sp>
      <p:pic>
        <p:nvPicPr>
          <p:cNvPr id="284" name="Google Shape;284;g3c06416c85c_0_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6342" y="3172075"/>
            <a:ext cx="9025627" cy="1653071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g3c06416c85c_0_36"/>
          <p:cNvSpPr/>
          <p:nvPr/>
        </p:nvSpPr>
        <p:spPr>
          <a:xfrm>
            <a:off x="5512450" y="4162693"/>
            <a:ext cx="2806800" cy="390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c8edcb071c_0_39"/>
          <p:cNvSpPr txBox="1"/>
          <p:nvPr>
            <p:ph type="ctrTitle"/>
          </p:nvPr>
        </p:nvSpPr>
        <p:spPr>
          <a:xfrm>
            <a:off x="953359" y="824935"/>
            <a:ext cx="8747100" cy="5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修改按鈕連結</a:t>
            </a:r>
            <a:endParaRPr/>
          </a:p>
        </p:txBody>
      </p:sp>
      <p:sp>
        <p:nvSpPr>
          <p:cNvPr id="291" name="Google Shape;291;g3c8edcb071c_0_39"/>
          <p:cNvSpPr txBox="1"/>
          <p:nvPr>
            <p:ph idx="1" type="body"/>
          </p:nvPr>
        </p:nvSpPr>
        <p:spPr>
          <a:xfrm>
            <a:off x="1242282" y="6207371"/>
            <a:ext cx="10370100" cy="23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c8edcb071c_0_39"/>
          <p:cNvSpPr txBox="1"/>
          <p:nvPr>
            <p:ph idx="2" type="body"/>
          </p:nvPr>
        </p:nvSpPr>
        <p:spPr>
          <a:xfrm>
            <a:off x="954088" y="1618596"/>
            <a:ext cx="10102800" cy="4089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0050" lvl="0" marL="457200" rtl="0" algn="l">
              <a:spcBef>
                <a:spcPts val="1500"/>
              </a:spcBef>
              <a:spcAft>
                <a:spcPts val="0"/>
              </a:spcAft>
              <a:buSzPts val="2700"/>
              <a:buChar char="●"/>
            </a:pPr>
            <a:r>
              <a:rPr lang="zh-TW"/>
              <a:t>記得修改</a:t>
            </a:r>
            <a:r>
              <a:rPr lang="zh-TW"/>
              <a:t>倉庫按鈕連結</a:t>
            </a:r>
            <a:r>
              <a:rPr lang="zh-TW"/>
              <a:t>網址</a:t>
            </a:r>
            <a:endParaRPr/>
          </a:p>
        </p:txBody>
      </p:sp>
      <p:pic>
        <p:nvPicPr>
          <p:cNvPr id="293" name="Google Shape;293;g3c8edcb071c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463" y="2446908"/>
            <a:ext cx="10949724" cy="2432679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g3c8edcb071c_0_39"/>
          <p:cNvSpPr/>
          <p:nvPr/>
        </p:nvSpPr>
        <p:spPr>
          <a:xfrm>
            <a:off x="6250332" y="3342200"/>
            <a:ext cx="5454600" cy="375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c06416c85c_2_18"/>
          <p:cNvSpPr txBox="1"/>
          <p:nvPr>
            <p:ph type="ctrTitle"/>
          </p:nvPr>
        </p:nvSpPr>
        <p:spPr>
          <a:xfrm>
            <a:off x="903345" y="533663"/>
            <a:ext cx="11663100" cy="7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/>
              <a:t>稿紙</a:t>
            </a:r>
            <a:r>
              <a:rPr lang="zh-TW"/>
              <a:t>壓縮上傳</a:t>
            </a:r>
            <a:endParaRPr/>
          </a:p>
        </p:txBody>
      </p:sp>
      <p:sp>
        <p:nvSpPr>
          <p:cNvPr id="300" name="Google Shape;300;g3c06416c85c_2_18"/>
          <p:cNvSpPr txBox="1"/>
          <p:nvPr>
            <p:ph idx="1" type="body"/>
          </p:nvPr>
        </p:nvSpPr>
        <p:spPr>
          <a:xfrm>
            <a:off x="1656376" y="8276495"/>
            <a:ext cx="138264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6096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01" name="Google Shape;301;g3c06416c85c_2_18"/>
          <p:cNvSpPr txBox="1"/>
          <p:nvPr>
            <p:ph idx="12" type="sldNum"/>
          </p:nvPr>
        </p:nvSpPr>
        <p:spPr>
          <a:xfrm>
            <a:off x="903340" y="8261561"/>
            <a:ext cx="753300" cy="313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02" name="Google Shape;302;g3c06416c85c_2_18"/>
          <p:cNvSpPr txBox="1"/>
          <p:nvPr/>
        </p:nvSpPr>
        <p:spPr>
          <a:xfrm>
            <a:off x="903334" y="1362967"/>
            <a:ext cx="10542300" cy="44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-457200" lvl="0" marL="609600" marR="0" rtl="0" algn="l">
              <a:lnSpc>
                <a:spcPct val="130000"/>
              </a:lnSpc>
              <a:spcBef>
                <a:spcPts val="1900"/>
              </a:spcBef>
              <a:spcAft>
                <a:spcPts val="0"/>
              </a:spcAft>
              <a:buSzPts val="2400"/>
              <a:buFont typeface="Microsoft JhengHei"/>
              <a:buChar char="●"/>
            </a:pPr>
            <a:r>
              <a:rPr b="0" i="0" lang="zh-TW" sz="24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將</a:t>
            </a:r>
            <a:r>
              <a:rPr lang="zh-TW" sz="2400">
                <a:latin typeface="Microsoft JhengHei"/>
                <a:ea typeface="Microsoft JhengHei"/>
                <a:cs typeface="Microsoft JhengHei"/>
                <a:sym typeface="Microsoft JhengHei"/>
              </a:rPr>
              <a:t>8</a:t>
            </a:r>
            <a:r>
              <a:rPr lang="zh-TW" sz="2400">
                <a:latin typeface="Microsoft JhengHei"/>
                <a:ea typeface="Microsoft JhengHei"/>
                <a:cs typeface="Microsoft JhengHei"/>
                <a:sym typeface="Microsoft JhengHei"/>
              </a:rPr>
              <a:t>份</a:t>
            </a:r>
            <a:r>
              <a:rPr b="0" i="0" lang="zh-TW" sz="24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稿紙</a:t>
            </a:r>
            <a:r>
              <a:rPr lang="zh-TW" sz="2400"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r>
              <a:rPr b="0" i="0" lang="zh-TW" sz="24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並壓縮</a:t>
            </a:r>
            <a:r>
              <a:rPr lang="zh-TW" sz="2400">
                <a:latin typeface="Microsoft JhengHei"/>
                <a:ea typeface="Microsoft JhengHei"/>
                <a:cs typeface="Microsoft JhengHei"/>
                <a:sym typeface="Microsoft JhengHei"/>
              </a:rPr>
              <a:t>成一份「(學號).zip」</a:t>
            </a:r>
            <a:endParaRPr sz="24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57200" lvl="0" marL="6096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●"/>
            </a:pPr>
            <a:r>
              <a:rPr b="0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上傳至 </a:t>
            </a:r>
            <a:r>
              <a:rPr lang="zh-TW" sz="2400" u="sng">
                <a:solidFill>
                  <a:schemeClr val="hlink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3"/>
              </a:rPr>
              <a:t>稿紙收件</a:t>
            </a:r>
            <a:r>
              <a:rPr lang="zh-TW" sz="2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    </a:t>
            </a: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請點擊進入</a:t>
            </a:r>
            <a:endParaRPr b="0" i="0" sz="2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303" name="Google Shape;303;g3c06416c85c_2_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4488" y="2559775"/>
            <a:ext cx="6047693" cy="313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g3c06416c85c_2_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02487" y="3366761"/>
            <a:ext cx="1915025" cy="1334717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g3c06416c85c_2_18"/>
          <p:cNvSpPr/>
          <p:nvPr/>
        </p:nvSpPr>
        <p:spPr>
          <a:xfrm>
            <a:off x="6493646" y="4505189"/>
            <a:ext cx="759000" cy="339300"/>
          </a:xfrm>
          <a:prstGeom prst="roundRect">
            <a:avLst>
              <a:gd fmla="val 16667" name="adj"/>
            </a:avLst>
          </a:prstGeom>
          <a:noFill/>
          <a:ln cap="flat" cmpd="sng" w="344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250" lIns="110250" spcFirstLastPara="1" rIns="110250" wrap="square" tIns="11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18"/>
          </a:p>
        </p:txBody>
      </p:sp>
      <p:sp>
        <p:nvSpPr>
          <p:cNvPr id="306" name="Google Shape;306;g3c06416c85c_2_18"/>
          <p:cNvSpPr/>
          <p:nvPr/>
        </p:nvSpPr>
        <p:spPr>
          <a:xfrm>
            <a:off x="7782841" y="3987030"/>
            <a:ext cx="759000" cy="283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1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250" lIns="110250" spcFirstLastPara="1" rIns="110250" wrap="square" tIns="11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18"/>
          </a:p>
        </p:txBody>
      </p:sp>
      <p:sp>
        <p:nvSpPr>
          <p:cNvPr id="307" name="Google Shape;307;g3c06416c85c_2_18"/>
          <p:cNvSpPr/>
          <p:nvPr/>
        </p:nvSpPr>
        <p:spPr>
          <a:xfrm>
            <a:off x="4007713" y="1982157"/>
            <a:ext cx="578700" cy="2832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08cba9ff31_1_0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lang="zh-TW"/>
              <a:t>Regulations</a:t>
            </a:r>
            <a:endParaRPr/>
          </a:p>
        </p:txBody>
      </p:sp>
      <p:sp>
        <p:nvSpPr>
          <p:cNvPr id="314" name="Google Shape;314;g208cba9ff31_1_0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15" name="Google Shape;315;g208cba9ff31_1_0"/>
          <p:cNvSpPr txBox="1"/>
          <p:nvPr>
            <p:ph idx="2" type="body"/>
          </p:nvPr>
        </p:nvSpPr>
        <p:spPr>
          <a:xfrm>
            <a:off x="954088" y="1618596"/>
            <a:ext cx="10442918" cy="4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57150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Char char="•"/>
            </a:pPr>
            <a:r>
              <a:rPr b="1" lang="zh-TW" sz="2400">
                <a:solidFill>
                  <a:srgbClr val="FF0000"/>
                </a:solidFill>
              </a:rPr>
              <a:t>You should finish your homework on your own. </a:t>
            </a:r>
            <a:endParaRPr sz="2400">
              <a:solidFill>
                <a:srgbClr val="FF0000"/>
              </a:solidFill>
            </a:endParaRPr>
          </a:p>
          <a:p>
            <a:pPr indent="-342900" lvl="0" marL="57150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Char char="•"/>
            </a:pPr>
            <a:r>
              <a:rPr b="1" lang="zh-TW" sz="2400">
                <a:solidFill>
                  <a:srgbClr val="FF0000"/>
                </a:solidFill>
              </a:rPr>
              <a:t>Do not share your codes with any living creatures. </a:t>
            </a:r>
            <a:endParaRPr sz="2400">
              <a:solidFill>
                <a:srgbClr val="FF0000"/>
              </a:solidFill>
            </a:endParaRPr>
          </a:p>
          <a:p>
            <a:pPr indent="-342900" lvl="0" marL="57150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Char char="•"/>
            </a:pPr>
            <a:r>
              <a:rPr b="1" lang="zh-TW" sz="2400">
                <a:solidFill>
                  <a:srgbClr val="FF0000"/>
                </a:solidFill>
              </a:rPr>
              <a:t>Your HW will get 0 pt if you violate any of the above rules. </a:t>
            </a:r>
            <a:endParaRPr sz="2400">
              <a:solidFill>
                <a:srgbClr val="FF0000"/>
              </a:solidFill>
            </a:endParaRPr>
          </a:p>
          <a:p>
            <a:pPr indent="-342900" lvl="0" marL="57150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Char char="•"/>
            </a:pPr>
            <a:r>
              <a:rPr b="1" lang="zh-TW" sz="2400">
                <a:solidFill>
                  <a:srgbClr val="FF0000"/>
                </a:solidFill>
              </a:rPr>
              <a:t>Professor &amp; TAs preserve the rights to change the rules &amp; grades.</a:t>
            </a:r>
            <a:endParaRPr sz="2400">
              <a:solidFill>
                <a:srgbClr val="FF0000"/>
              </a:solidFill>
            </a:endParaRPr>
          </a:p>
        </p:txBody>
      </p:sp>
      <p:sp>
        <p:nvSpPr>
          <p:cNvPr id="316" name="Google Shape;316;g208cba9ff31_1_0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bef0518fda_0_0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lang="zh-TW"/>
              <a:t>Regulations</a:t>
            </a:r>
            <a:endParaRPr/>
          </a:p>
        </p:txBody>
      </p:sp>
      <p:sp>
        <p:nvSpPr>
          <p:cNvPr id="323" name="Google Shape;323;g3bef0518fda_0_0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24" name="Google Shape;324;g3bef0518fda_0_0"/>
          <p:cNvSpPr txBox="1"/>
          <p:nvPr>
            <p:ph idx="2" type="body"/>
          </p:nvPr>
        </p:nvSpPr>
        <p:spPr>
          <a:xfrm>
            <a:off x="954088" y="1618596"/>
            <a:ext cx="10443000" cy="4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57150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Char char="•"/>
            </a:pPr>
            <a:r>
              <a:rPr b="1" lang="zh-TW" sz="2400">
                <a:solidFill>
                  <a:srgbClr val="FF0000"/>
                </a:solidFill>
              </a:rPr>
              <a:t>作業遲交，分數打五折</a:t>
            </a:r>
            <a:endParaRPr sz="2400">
              <a:solidFill>
                <a:srgbClr val="FF0000"/>
              </a:solidFill>
            </a:endParaRPr>
          </a:p>
        </p:txBody>
      </p:sp>
      <p:sp>
        <p:nvSpPr>
          <p:cNvPr id="325" name="Google Shape;325;g3bef0518fda_0_0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62"/>
          <p:cNvSpPr txBox="1"/>
          <p:nvPr>
            <p:ph type="ctrTitle"/>
          </p:nvPr>
        </p:nvSpPr>
        <p:spPr>
          <a:xfrm>
            <a:off x="967109" y="2419102"/>
            <a:ext cx="10191320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</a:pPr>
            <a:r>
              <a:rPr lang="zh-TW"/>
              <a:t>助教聯絡資訊</a:t>
            </a:r>
            <a:endParaRPr/>
          </a:p>
        </p:txBody>
      </p:sp>
      <p:sp>
        <p:nvSpPr>
          <p:cNvPr id="331" name="Google Shape;331;p62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zh-TW"/>
              <a:t>章節07</a:t>
            </a:r>
            <a:endParaRPr/>
          </a:p>
        </p:txBody>
      </p:sp>
      <p:sp>
        <p:nvSpPr>
          <p:cNvPr id="332" name="Google Shape;332;p62"/>
          <p:cNvSpPr txBox="1"/>
          <p:nvPr>
            <p:ph idx="2" type="body"/>
          </p:nvPr>
        </p:nvSpPr>
        <p:spPr>
          <a:xfrm>
            <a:off x="966788" y="808035"/>
            <a:ext cx="3748087" cy="103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</a:pPr>
            <a:r>
              <a:rPr lang="zh-TW"/>
              <a:t>05</a:t>
            </a:r>
            <a:endParaRPr/>
          </a:p>
        </p:txBody>
      </p:sp>
      <p:sp>
        <p:nvSpPr>
          <p:cNvPr id="333" name="Google Shape;333;p62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34" name="Google Shape;334;p62"/>
          <p:cNvSpPr txBox="1"/>
          <p:nvPr>
            <p:ph idx="3" type="body"/>
          </p:nvPr>
        </p:nvSpPr>
        <p:spPr>
          <a:xfrm>
            <a:off x="967109" y="3124542"/>
            <a:ext cx="10191320" cy="189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ulish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beba46d87d_0_86"/>
          <p:cNvSpPr txBox="1"/>
          <p:nvPr>
            <p:ph type="ctrTitle"/>
          </p:nvPr>
        </p:nvSpPr>
        <p:spPr>
          <a:xfrm>
            <a:off x="953359" y="824935"/>
            <a:ext cx="87477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lang="zh-TW"/>
              <a:t>助教聯絡資訊</a:t>
            </a:r>
            <a:endParaRPr/>
          </a:p>
        </p:txBody>
      </p:sp>
      <p:sp>
        <p:nvSpPr>
          <p:cNvPr id="341" name="Google Shape;341;g3beba46d87d_0_86"/>
          <p:cNvSpPr txBox="1"/>
          <p:nvPr>
            <p:ph idx="1" type="body"/>
          </p:nvPr>
        </p:nvSpPr>
        <p:spPr>
          <a:xfrm>
            <a:off x="1242281" y="6207371"/>
            <a:ext cx="103701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42" name="Google Shape;342;g3beba46d87d_0_86"/>
          <p:cNvSpPr txBox="1"/>
          <p:nvPr>
            <p:ph idx="2" type="body"/>
          </p:nvPr>
        </p:nvSpPr>
        <p:spPr>
          <a:xfrm>
            <a:off x="954088" y="1618596"/>
            <a:ext cx="10102800" cy="40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76250" lvl="0" marL="609600" rtl="0" algn="l">
              <a:lnSpc>
                <a:spcPct val="200000"/>
              </a:lnSpc>
              <a:spcBef>
                <a:spcPts val="1500"/>
              </a:spcBef>
              <a:spcAft>
                <a:spcPts val="0"/>
              </a:spcAft>
              <a:buSzPts val="2700"/>
              <a:buChar char="●"/>
            </a:pPr>
            <a:r>
              <a:rPr lang="zh-TW"/>
              <a:t>TA Email</a:t>
            </a:r>
            <a:endParaRPr/>
          </a:p>
          <a:p>
            <a:pPr indent="-457200" lvl="1" marL="1219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rosoft JhengHei"/>
              <a:buChar char="○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賴秋彤 </a:t>
            </a:r>
            <a:r>
              <a:rPr lang="zh-TW" sz="2100" u="sng">
                <a:solidFill>
                  <a:schemeClr val="hlink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3"/>
              </a:rPr>
              <a:t>t114598033@ntut.org.tw</a:t>
            </a:r>
            <a:endParaRPr/>
          </a:p>
          <a:p>
            <a:pPr indent="-476250" lvl="0" marL="609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Email 標題(</a:t>
            </a:r>
            <a:r>
              <a:rPr lang="zh-TW"/>
              <a:t>主旨)</a:t>
            </a:r>
            <a:endParaRPr/>
          </a:p>
          <a:p>
            <a:pPr indent="-457200" lvl="1" marL="1219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請按照此格式(X為作業編號)</a:t>
            </a:r>
            <a:r>
              <a:rPr lang="zh-TW"/>
              <a:t>：</a:t>
            </a: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zh-TW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[ai2026s-hwX-學號]</a:t>
            </a:r>
            <a:endParaRPr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43" name="Google Shape;343;g3beba46d87d_0_86"/>
          <p:cNvSpPr txBox="1"/>
          <p:nvPr>
            <p:ph idx="12" type="sldNum"/>
          </p:nvPr>
        </p:nvSpPr>
        <p:spPr>
          <a:xfrm>
            <a:off x="701467" y="6153567"/>
            <a:ext cx="5409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內容頁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CAC0FF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章節頁_章節N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內容頁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CAC0FF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首頁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內容頁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章節頁_章節1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2021-11-03T01:57:43Z</dcterms:created>
  <dc:creator>Microsoft Office User</dc:creator>
</cp:coreProperties>
</file>